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节能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引用来源：学校节能记录。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可编辑模板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学校节能试点2026年降低8%。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914400" cy="457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0" y="27432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0" y="914400"/>
          <a:ext cx="274320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