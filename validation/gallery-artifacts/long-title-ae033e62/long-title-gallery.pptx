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人工fixture，非AI生成结果。</a:t>
            </a:r>
          </a:p>
          <a:p/>
          <a:p>
            <a:r>
              <a:t>证据：</a:t>
            </a:r>
          </a:p>
          <a:p>
            <a:r>
              <a:t>evidence_c6b8e9aa-29a2-487b-a0ef-191613e7954b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e91e7c3b-e8da-4d43-90cb-15bf705fd6ab"/>
          <p:cNvSpPr txBox="1"/>
          <p:nvPr/>
        </p:nvSpPr>
        <p:spPr>
          <a:xfrm>
            <a:off x="640080" y="411480"/>
            <a:ext cx="10927080" cy="228508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完整保留混合长标题并逐图显示不同宽高比真实素材与原据图注。完整保留混合长标题并逐图显示不同宽高比真实素材与原据图注。完整保留混合长标题并逐图显示不同宽高比真实素材与原据图注。</a:t>
            </a:r>
          </a:p>
        </p:txBody>
      </p:sp>
      <p:sp>
        <p:nvSpPr>
          <p:cNvPr id="3" name="object_75dc26a3-6d34-48f2-ba48-515a6c02998c"/>
          <p:cNvSpPr txBox="1"/>
          <p:nvPr/>
        </p:nvSpPr>
        <p:spPr>
          <a:xfrm>
            <a:off x="640080" y="2842869"/>
            <a:ext cx="109270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全部为人工验证素材</a:t>
            </a:r>
          </a:p>
        </p:txBody>
      </p:sp>
      <p:pic>
        <p:nvPicPr>
          <p:cNvPr id="4" name="object_f0ded065-fe81-42ab-97b8-d0c96af5d0a5" descr="人工栅格样例A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44269" y="3409797"/>
            <a:ext cx="1399946" cy="699973"/>
          </a:xfrm>
          <a:prstGeom prst="rect">
            <a:avLst/>
          </a:prstGeom>
        </p:spPr>
      </p:pic>
      <p:sp>
        <p:nvSpPr>
          <p:cNvPr id="5" name="object_f5dff6ba-97ee-4d1b-b9d1-e6b38d09cc68"/>
          <p:cNvSpPr txBox="1"/>
          <p:nvPr/>
        </p:nvSpPr>
        <p:spPr>
          <a:xfrm>
            <a:off x="640080" y="4182922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素材示例A</a:t>
            </a:r>
          </a:p>
        </p:txBody>
      </p:sp>
      <p:pic>
        <p:nvPicPr>
          <p:cNvPr id="6" name="object_d6eeb513-5df4-42b9-9fbf-821fabf25542" descr="人工栅格样例B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42167" y="3409797"/>
            <a:ext cx="349986" cy="699973"/>
          </a:xfrm>
          <a:prstGeom prst="rect">
            <a:avLst/>
          </a:prstGeom>
        </p:spPr>
      </p:pic>
      <p:sp>
        <p:nvSpPr>
          <p:cNvPr id="7" name="object_537c8583-40d1-4f6f-b8f1-735446b78a26"/>
          <p:cNvSpPr txBox="1"/>
          <p:nvPr/>
        </p:nvSpPr>
        <p:spPr>
          <a:xfrm>
            <a:off x="3412998" y="4182922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素材示例B</a:t>
            </a:r>
          </a:p>
        </p:txBody>
      </p:sp>
      <p:pic>
        <p:nvPicPr>
          <p:cNvPr id="8" name="object_43e50c4f-14b8-4ada-96dc-0c8121ddb862" descr="人工栅格样例C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140092" y="3409797"/>
            <a:ext cx="699973" cy="699973"/>
          </a:xfrm>
          <a:prstGeom prst="rect">
            <a:avLst/>
          </a:prstGeom>
        </p:spPr>
      </p:pic>
      <p:sp>
        <p:nvSpPr>
          <p:cNvPr id="9" name="object_b526d846-cbac-465c-a6f8-8c92e6e00952"/>
          <p:cNvSpPr txBox="1"/>
          <p:nvPr/>
        </p:nvSpPr>
        <p:spPr>
          <a:xfrm>
            <a:off x="6185916" y="4182922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素材示例C</a:t>
            </a:r>
          </a:p>
        </p:txBody>
      </p:sp>
      <p:pic>
        <p:nvPicPr>
          <p:cNvPr id="10" name="object_ddf00ad8-69de-4f4a-b875-a9fb48198237" descr="人工栅格样例D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213037" y="3409797"/>
            <a:ext cx="2099919" cy="699973"/>
          </a:xfrm>
          <a:prstGeom prst="rect">
            <a:avLst/>
          </a:prstGeom>
        </p:spPr>
      </p:pic>
      <p:sp>
        <p:nvSpPr>
          <p:cNvPr id="11" name="object_8611e8fe-04d2-4def-95f8-b1e237ca029c"/>
          <p:cNvSpPr txBox="1"/>
          <p:nvPr/>
        </p:nvSpPr>
        <p:spPr>
          <a:xfrm>
            <a:off x="8958834" y="4182922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素材示例D</a:t>
            </a:r>
          </a:p>
        </p:txBody>
      </p:sp>
      <p:pic>
        <p:nvPicPr>
          <p:cNvPr id="12" name="object_8c16f1ff-f027-4497-ba58-7c964d292835" descr="人工栅格样例E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827580" y="4768138"/>
            <a:ext cx="233324" cy="699973"/>
          </a:xfrm>
          <a:prstGeom prst="rect">
            <a:avLst/>
          </a:prstGeom>
        </p:spPr>
      </p:pic>
      <p:sp>
        <p:nvSpPr>
          <p:cNvPr id="13" name="object_10dfcf2e-189a-4e30-acf0-9cbb7868d8d1"/>
          <p:cNvSpPr txBox="1"/>
          <p:nvPr/>
        </p:nvSpPr>
        <p:spPr>
          <a:xfrm>
            <a:off x="640080" y="5541264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素材示例E</a:t>
            </a:r>
          </a:p>
        </p:txBody>
      </p:sp>
      <p:pic>
        <p:nvPicPr>
          <p:cNvPr id="14" name="object_a435d99a-3a45-4895-aa61-7a5b3622739a" descr="人工栅格样例F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250512" y="4768138"/>
            <a:ext cx="933297" cy="699973"/>
          </a:xfrm>
          <a:prstGeom prst="rect">
            <a:avLst/>
          </a:prstGeom>
        </p:spPr>
      </p:pic>
      <p:sp>
        <p:nvSpPr>
          <p:cNvPr id="15" name="object_b8f8ded1-f500-46ed-a220-3cea4fa621e7"/>
          <p:cNvSpPr txBox="1"/>
          <p:nvPr/>
        </p:nvSpPr>
        <p:spPr>
          <a:xfrm>
            <a:off x="3412998" y="5541264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素材示例F</a:t>
            </a:r>
          </a:p>
        </p:txBody>
      </p:sp>
      <p:pic>
        <p:nvPicPr>
          <p:cNvPr id="16" name="object_3a5fb586-9d3f-4588-a7be-6405fefa2ae6" descr="人工栅格样例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7227589" y="4768138"/>
            <a:ext cx="524979" cy="699973"/>
          </a:xfrm>
          <a:prstGeom prst="rect">
            <a:avLst/>
          </a:prstGeom>
        </p:spPr>
      </p:pic>
      <p:sp>
        <p:nvSpPr>
          <p:cNvPr id="17" name="object_932a5858-3fbe-4517-b7c6-1e18aeb6ccde"/>
          <p:cNvSpPr txBox="1"/>
          <p:nvPr/>
        </p:nvSpPr>
        <p:spPr>
          <a:xfrm>
            <a:off x="6185916" y="5541264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素材示例G</a:t>
            </a:r>
          </a:p>
        </p:txBody>
      </p:sp>
      <p:pic>
        <p:nvPicPr>
          <p:cNvPr id="18" name="object_d5c35919-1216-43f2-b500-dcee60161273" descr="人工栅格样例H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9626657" y="4768138"/>
            <a:ext cx="1272678" cy="699973"/>
          </a:xfrm>
          <a:prstGeom prst="rect">
            <a:avLst/>
          </a:prstGeom>
        </p:spPr>
      </p:pic>
      <p:sp>
        <p:nvSpPr>
          <p:cNvPr id="19" name="object_6384585b-a7b5-4d16-b60f-b4f7df886fcc"/>
          <p:cNvSpPr txBox="1"/>
          <p:nvPr/>
        </p:nvSpPr>
        <p:spPr>
          <a:xfrm>
            <a:off x="8958834" y="5541264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素材示例H</a:t>
            </a:r>
          </a:p>
        </p:txBody>
      </p:sp>
      <p:sp>
        <p:nvSpPr>
          <p:cNvPr id="20" name="object_0864917d-0408-445e-a8b5-be152dba7fb6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01 / 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长标题八图增量验证</dc:title>
  <dc:subject/>
  <dc:creator>YoloongPPT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