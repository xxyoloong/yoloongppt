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11d630d-7711-42e6-94bf-f1e9a6a8fa2f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不同宽高比的原生多图</a:t>
            </a:r>
          </a:p>
        </p:txBody>
      </p:sp>
      <p:sp>
        <p:nvSpPr>
          <p:cNvPr id="3" name="object_3464f73e-1148-40ca-a646-2fcbff8e45ee"/>
          <p:cNvSpPr txBox="1"/>
          <p:nvPr/>
        </p:nvSpPr>
        <p:spPr>
          <a:xfrm>
            <a:off x="640080" y="1353312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全部为人工验证素材</a:t>
            </a:r>
          </a:p>
        </p:txBody>
      </p:sp>
      <p:pic>
        <p:nvPicPr>
          <p:cNvPr id="4" name="object_9f4ad2d3-78e1-4b58-b556-ab3e802650b8" descr="人工栅格样例A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0080" y="1990534"/>
            <a:ext cx="2608326" cy="1304163"/>
          </a:xfrm>
          <a:prstGeom prst="rect">
            <a:avLst/>
          </a:prstGeom>
        </p:spPr>
      </p:pic>
      <p:sp>
        <p:nvSpPr>
          <p:cNvPr id="5" name="object_8002c070-c501-4aac-9ee3-7af6a7b607b5"/>
          <p:cNvSpPr txBox="1"/>
          <p:nvPr/>
        </p:nvSpPr>
        <p:spPr>
          <a:xfrm>
            <a:off x="640080" y="343814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素材示例A</a:t>
            </a:r>
          </a:p>
        </p:txBody>
      </p:sp>
      <p:pic>
        <p:nvPicPr>
          <p:cNvPr id="6" name="object_c7c74b6f-bb0e-4600-8999-b6f90b2a9b7c" descr="人工栅格样例B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5973" y="1920240"/>
            <a:ext cx="722376" cy="1444752"/>
          </a:xfrm>
          <a:prstGeom prst="rect">
            <a:avLst/>
          </a:prstGeom>
        </p:spPr>
      </p:pic>
      <p:sp>
        <p:nvSpPr>
          <p:cNvPr id="7" name="object_2bae1222-698b-45bd-a396-2eb57c0e22e8"/>
          <p:cNvSpPr txBox="1"/>
          <p:nvPr/>
        </p:nvSpPr>
        <p:spPr>
          <a:xfrm>
            <a:off x="3412998" y="343814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素材示例B</a:t>
            </a:r>
          </a:p>
        </p:txBody>
      </p:sp>
      <p:pic>
        <p:nvPicPr>
          <p:cNvPr id="8" name="object_0f9ddc61-8ba4-49de-b8bc-26e743555e03" descr="人工栅格样例C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67703" y="1920240"/>
            <a:ext cx="1444752" cy="1444752"/>
          </a:xfrm>
          <a:prstGeom prst="rect">
            <a:avLst/>
          </a:prstGeom>
        </p:spPr>
      </p:pic>
      <p:sp>
        <p:nvSpPr>
          <p:cNvPr id="9" name="object_fcff45bb-47ea-4c48-a25e-118b3e89bcce"/>
          <p:cNvSpPr txBox="1"/>
          <p:nvPr/>
        </p:nvSpPr>
        <p:spPr>
          <a:xfrm>
            <a:off x="6185916" y="343814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素材示例C</a:t>
            </a:r>
          </a:p>
        </p:txBody>
      </p:sp>
      <p:pic>
        <p:nvPicPr>
          <p:cNvPr id="10" name="object_688ce8c4-f84f-4b93-9b13-fbd221fe6e0f" descr="人工栅格样例D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8834" y="2207895"/>
            <a:ext cx="2608326" cy="869442"/>
          </a:xfrm>
          <a:prstGeom prst="rect">
            <a:avLst/>
          </a:prstGeom>
        </p:spPr>
      </p:pic>
      <p:sp>
        <p:nvSpPr>
          <p:cNvPr id="11" name="object_4fd8775f-1b1b-455b-98d9-9c48b906166f"/>
          <p:cNvSpPr txBox="1"/>
          <p:nvPr/>
        </p:nvSpPr>
        <p:spPr>
          <a:xfrm>
            <a:off x="8958834" y="343814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素材示例D</a:t>
            </a:r>
          </a:p>
        </p:txBody>
      </p:sp>
      <p:pic>
        <p:nvPicPr>
          <p:cNvPr id="12" name="object_d27871a6-5ac1-42fc-a533-b9fb2d433c2f" descr="人工栅格样例E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703451" y="4023360"/>
            <a:ext cx="481584" cy="1444752"/>
          </a:xfrm>
          <a:prstGeom prst="rect">
            <a:avLst/>
          </a:prstGeom>
        </p:spPr>
      </p:pic>
      <p:sp>
        <p:nvSpPr>
          <p:cNvPr id="13" name="object_f9cffcfa-d6d3-4412-a0c4-8f248d65480e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素材示例E</a:t>
            </a:r>
          </a:p>
        </p:txBody>
      </p:sp>
      <p:pic>
        <p:nvPicPr>
          <p:cNvPr id="14" name="object_88cee83b-49e3-44cc-9f23-ed73b50154ad" descr="人工栅格样例F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753993" y="4023360"/>
            <a:ext cx="1926336" cy="1444752"/>
          </a:xfrm>
          <a:prstGeom prst="rect">
            <a:avLst/>
          </a:prstGeom>
        </p:spPr>
      </p:pic>
      <p:sp>
        <p:nvSpPr>
          <p:cNvPr id="15" name="object_caf68b38-8269-41c8-80c1-c9d3c5876687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素材示例F</a:t>
            </a:r>
          </a:p>
        </p:txBody>
      </p:sp>
      <p:pic>
        <p:nvPicPr>
          <p:cNvPr id="16" name="object_72e32af1-c4c4-4332-b81a-d9658195c488" descr="人工栅格样例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948297" y="4023360"/>
            <a:ext cx="1083564" cy="1444752"/>
          </a:xfrm>
          <a:prstGeom prst="rect">
            <a:avLst/>
          </a:prstGeom>
        </p:spPr>
      </p:pic>
      <p:sp>
        <p:nvSpPr>
          <p:cNvPr id="17" name="object_3be2c8ef-30dd-462c-9ce6-226685d43d29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素材示例G</a:t>
            </a:r>
          </a:p>
        </p:txBody>
      </p:sp>
      <p:pic>
        <p:nvPicPr>
          <p:cNvPr id="18" name="object_28e2f190-3de4-4824-88a0-bd224fed64b1" descr="人工栅格样例H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8958834" y="4028446"/>
            <a:ext cx="2608326" cy="1434579"/>
          </a:xfrm>
          <a:prstGeom prst="rect">
            <a:avLst/>
          </a:prstGeom>
        </p:spPr>
      </p:pic>
      <p:sp>
        <p:nvSpPr>
          <p:cNvPr id="19" name="object_25c8e516-df1a-4294-8b7f-8c009316ada2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素材示例H</a:t>
            </a:r>
          </a:p>
        </p:txBody>
      </p:sp>
      <p:sp>
        <p:nvSpPr>
          <p:cNvPr id="20" name="object_6297153a-4641-40b5-ba60-86af7cf68ee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c974867-9c43-4441-a6b5-15effe8e95f5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不同宽高比的原生多图</a:t>
            </a:r>
          </a:p>
        </p:txBody>
      </p:sp>
      <p:sp>
        <p:nvSpPr>
          <p:cNvPr id="3" name="object_cbacdd59-c6c1-48f2-8c94-26d8bd26a34f"/>
          <p:cNvSpPr txBox="1"/>
          <p:nvPr/>
        </p:nvSpPr>
        <p:spPr>
          <a:xfrm>
            <a:off x="640080" y="1353312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全部为人工验证素材</a:t>
            </a:r>
          </a:p>
        </p:txBody>
      </p:sp>
      <p:pic>
        <p:nvPicPr>
          <p:cNvPr id="4" name="object_6b567244-0c78-4f03-a2ad-c193a690273d" descr="人工栅格样例A"/>
          <p:cNvPicPr>
            <a:picLocks noChangeAspect="1"/>
          </p:cNvPicPr>
          <p:nvPr/>
        </p:nvPicPr>
        <p:blipFill>
          <a:blip r:embed="rId2"/>
          <a:srcRect l="7532" r="42683"/>
          <a:stretch>
            <a:fillRect/>
          </a:stretch>
        </p:blipFill>
        <p:spPr>
          <a:xfrm>
            <a:off x="640080" y="1920240"/>
            <a:ext cx="3532632" cy="3547872"/>
          </a:xfrm>
          <a:prstGeom prst="rect">
            <a:avLst/>
          </a:prstGeom>
        </p:spPr>
      </p:pic>
      <p:sp>
        <p:nvSpPr>
          <p:cNvPr id="5" name="object_b17648b5-d562-4134-b1aa-ccdc022fb969"/>
          <p:cNvSpPr txBox="1"/>
          <p:nvPr/>
        </p:nvSpPr>
        <p:spPr>
          <a:xfrm>
            <a:off x="640080" y="5541264"/>
            <a:ext cx="3532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素材示例A</a:t>
            </a:r>
          </a:p>
        </p:txBody>
      </p:sp>
      <p:pic>
        <p:nvPicPr>
          <p:cNvPr id="6" name="object_9b13b8d1-332e-4df3-914e-9a78d521d9c4" descr="人工栅格样例B"/>
          <p:cNvPicPr>
            <a:picLocks noChangeAspect="1"/>
          </p:cNvPicPr>
          <p:nvPr/>
        </p:nvPicPr>
        <p:blipFill>
          <a:blip r:embed="rId3"/>
          <a:srcRect t="29871" b="19914"/>
          <a:stretch>
            <a:fillRect/>
          </a:stretch>
        </p:blipFill>
        <p:spPr>
          <a:xfrm>
            <a:off x="4337304" y="1920240"/>
            <a:ext cx="3532632" cy="3547872"/>
          </a:xfrm>
          <a:prstGeom prst="rect">
            <a:avLst/>
          </a:prstGeom>
        </p:spPr>
      </p:pic>
      <p:sp>
        <p:nvSpPr>
          <p:cNvPr id="7" name="object_87695a9c-75fb-4d92-a667-0caa8c5b3cae"/>
          <p:cNvSpPr txBox="1"/>
          <p:nvPr/>
        </p:nvSpPr>
        <p:spPr>
          <a:xfrm>
            <a:off x="4337304" y="5541264"/>
            <a:ext cx="3532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素材示例B</a:t>
            </a:r>
          </a:p>
        </p:txBody>
      </p:sp>
      <p:pic>
        <p:nvPicPr>
          <p:cNvPr id="8" name="object_01694fb9-fa0d-49b6-8d8c-1d8829438721" descr="人工栅格样例C"/>
          <p:cNvPicPr>
            <a:picLocks noChangeAspect="1"/>
          </p:cNvPicPr>
          <p:nvPr/>
        </p:nvPicPr>
        <p:blipFill>
          <a:blip r:embed="rId4"/>
          <a:srcRect l="322" r="107"/>
          <a:stretch>
            <a:fillRect/>
          </a:stretch>
        </p:blipFill>
        <p:spPr>
          <a:xfrm>
            <a:off x="8034527" y="1920240"/>
            <a:ext cx="3532632" cy="3547872"/>
          </a:xfrm>
          <a:prstGeom prst="rect">
            <a:avLst/>
          </a:prstGeom>
        </p:spPr>
      </p:pic>
      <p:sp>
        <p:nvSpPr>
          <p:cNvPr id="9" name="object_41f71f23-5017-4420-924a-09626c1c4110"/>
          <p:cNvSpPr txBox="1"/>
          <p:nvPr/>
        </p:nvSpPr>
        <p:spPr>
          <a:xfrm>
            <a:off x="8034527" y="5541264"/>
            <a:ext cx="35326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素材示例C</a:t>
            </a:r>
          </a:p>
        </p:txBody>
      </p:sp>
      <p:sp>
        <p:nvSpPr>
          <p:cNvPr id="10" name="object_1ef3df5f-cab2-4f14-83db-117a630e8b9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4d34e97-1d06-4885-8a83-f69c005789db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不同宽高比的原生多图</a:t>
            </a:r>
          </a:p>
        </p:txBody>
      </p:sp>
      <p:sp>
        <p:nvSpPr>
          <p:cNvPr id="3" name="object_12f9029f-0037-43d3-bda7-cd04f6178109"/>
          <p:cNvSpPr txBox="1"/>
          <p:nvPr/>
        </p:nvSpPr>
        <p:spPr>
          <a:xfrm>
            <a:off x="640080" y="1353312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全部为人工验证素材</a:t>
            </a:r>
          </a:p>
        </p:txBody>
      </p:sp>
      <p:pic>
        <p:nvPicPr>
          <p:cNvPr id="4" name="object_63f27456-63db-4d4d-aab2-af773c8ddeeb" descr="人工栅格样例A"/>
          <p:cNvPicPr>
            <a:picLocks noChangeAspect="1"/>
          </p:cNvPicPr>
          <p:nvPr/>
        </p:nvPicPr>
        <p:blipFill>
          <a:blip r:embed="rId2"/>
          <a:srcRect l="19377" t="10000" r="16161" b="5000"/>
          <a:stretch>
            <a:fillRect/>
          </a:stretch>
        </p:blipFill>
        <p:spPr>
          <a:xfrm>
            <a:off x="640080" y="1920240"/>
            <a:ext cx="5381244" cy="3547872"/>
          </a:xfrm>
          <a:prstGeom prst="rect">
            <a:avLst/>
          </a:prstGeom>
        </p:spPr>
      </p:pic>
      <p:sp>
        <p:nvSpPr>
          <p:cNvPr id="5" name="object_97973079-db24-4ebe-a797-a4d4bd25a4c8"/>
          <p:cNvSpPr txBox="1"/>
          <p:nvPr/>
        </p:nvSpPr>
        <p:spPr>
          <a:xfrm>
            <a:off x="640080" y="5541264"/>
            <a:ext cx="53812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素材示例A</a:t>
            </a:r>
          </a:p>
        </p:txBody>
      </p:sp>
      <p:pic>
        <p:nvPicPr>
          <p:cNvPr id="6" name="object_6cd0aca4-d252-4c33-81fd-b1344a733d47" descr="人工栅格样例B"/>
          <p:cNvPicPr>
            <a:picLocks noChangeAspect="1"/>
          </p:cNvPicPr>
          <p:nvPr/>
        </p:nvPicPr>
        <p:blipFill>
          <a:blip r:embed="rId3"/>
          <a:srcRect l="5000" t="21396" r="10000" b="50584"/>
          <a:stretch>
            <a:fillRect/>
          </a:stretch>
        </p:blipFill>
        <p:spPr>
          <a:xfrm>
            <a:off x="6185916" y="1920240"/>
            <a:ext cx="5381244" cy="3547872"/>
          </a:xfrm>
          <a:prstGeom prst="rect">
            <a:avLst/>
          </a:prstGeom>
        </p:spPr>
      </p:pic>
      <p:sp>
        <p:nvSpPr>
          <p:cNvPr id="7" name="object_409db43d-6f50-4dc4-b66f-35bd1dbd104f"/>
          <p:cNvSpPr txBox="1"/>
          <p:nvPr/>
        </p:nvSpPr>
        <p:spPr>
          <a:xfrm>
            <a:off x="6185916" y="5541264"/>
            <a:ext cx="53812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素材示例B</a:t>
            </a:r>
          </a:p>
        </p:txBody>
      </p:sp>
      <p:sp>
        <p:nvSpPr>
          <p:cNvPr id="8" name="object_5779208d-3d96-450a-a1a7-7d6c8fae67d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