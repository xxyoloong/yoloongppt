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本页为封面与免责声明页。内容来自来源原文：介绍虚构校园节能试点、全部内容注明软件验证、非真实业务、偏好6页并允许在可读容量不足时按默认软预算分页。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本页说明演示结构与限制。来源原文要求介绍虚构试点、用原生表格列出数据、用原生柱状图展示同一组数据、再总结并保留来源，并明确不要推算比例、合计或新统计，不加入图片和原文没有的因果。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表格数据逐字来自来源：A楼基线100千瓦时、本期90千瓦时；B楼基线80千瓦时、本期72千瓦时；C楼基线60千瓦时、本期54千瓦时。未推算比例、合计或新统计。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柱状图数据与表格为同一组来源数据：A楼基线100千瓦时、本期90千瓦时；B楼基线80千瓦时、本期72千瓦时；C楼基线60千瓦时、本期54千瓦时。未推算比例、合计或新统计。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页复述来源要求：介绍虚构试点、用原生表格列出数据、用原生柱状图展示同一组数据、再总结并保留来源；全部内容注明软件验证、非真实业务；不推算比例、合计或新统计，不加入图片和原文没有的因果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本页保留来源原文，满足来源要求“再总结并保留来源”。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faa9ad4-b1a5-4e71-998e-5dae59888e8b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虚构校园节能试点介绍</a:t>
            </a:r>
          </a:p>
        </p:txBody>
      </p:sp>
      <p:sp>
        <p:nvSpPr>
          <p:cNvPr id="3" name="object_a1513785-9914-489a-aab5-8d360f7435a6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制作中文PPT介绍一个虚构校园节能试点。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全部内容注明软件验证、非真实业务。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偏好6页；允许在可读容量不足时按默认软预算分页。</a:t>
            </a:r>
          </a:p>
        </p:txBody>
      </p:sp>
      <p:sp>
        <p:nvSpPr>
          <p:cNvPr id="4" name="object_597b8869-12f7-41db-ab6f-09d74235380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fc70671-4635-4ec9-aee4-c44a00f10c2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试点介绍与展示方式</a:t>
            </a:r>
          </a:p>
        </p:txBody>
      </p:sp>
      <p:sp>
        <p:nvSpPr>
          <p:cNvPr id="3" name="object_2e3d0ff5-ef85-40f0-bd5b-1b72141e1b9a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介绍虚构试点。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用原生表格列出数据。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用原生柱状图展示同一组数据。</a:t>
            </a:r>
          </a:p>
        </p:txBody>
      </p:sp>
      <p:sp>
        <p:nvSpPr>
          <p:cNvPr id="4" name="object_cb6bdcdc-0c15-46f4-9d4e-796a68c7131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再总结并保留来源。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不要推算比例、合计或新统计，不加入图片和原文没有的因果。</a:t>
            </a:r>
          </a:p>
        </p:txBody>
      </p:sp>
      <p:sp>
        <p:nvSpPr>
          <p:cNvPr id="5" name="object_19625e66-2896-4cb0-97ca-1d9d243c65b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9b1f80a-838c-4eb2-b0f6-80ca720291a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虚构试点数据（原生表格）</a:t>
            </a:r>
          </a:p>
        </p:txBody>
      </p:sp>
      <p:sp>
        <p:nvSpPr>
          <p:cNvPr id="3" name="object_c9757ecc-eae7-4e40-a1d2-e37596f2f421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以下为虚构试点数据，全部内容为软件验证、非真实业务。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单位：千瓦时。</a:t>
            </a:r>
          </a:p>
        </p:txBody>
      </p:sp>
      <p:graphicFrame>
        <p:nvGraphicFramePr>
          <p:cNvPr id="4" name="object_334b189e-c91b-4452-ad32-b2d1b0d56874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375b906-4abf-4016-a808-178ac050e8e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083b173-17fe-4491-9e90-ac213a77888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虚构试点数据（原生柱状图）</a:t>
            </a:r>
          </a:p>
        </p:txBody>
      </p:sp>
      <p:sp>
        <p:nvSpPr>
          <p:cNvPr id="3" name="object_25ad059b-25dc-40da-8ec7-eca2dc59121f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以下为虚构试点数据，全部内容为软件验证、非真实业务。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单位：千瓦时。</a:t>
            </a:r>
          </a:p>
        </p:txBody>
      </p:sp>
      <p:graphicFrame>
        <p:nvGraphicFramePr>
          <p:cNvPr id="4" name="object_da89b730-1292-4c75-81ad-feb9cbddd37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c7afe378-4958-419d-a75d-3fc6f410f66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c27ef01-2593-4185-932d-04e6b79ca94e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总结</a:t>
            </a:r>
          </a:p>
        </p:txBody>
      </p:sp>
      <p:sp>
        <p:nvSpPr>
          <p:cNvPr id="3" name="object_92be090e-f084-4cc4-b837-95d87d6330ef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本演示介绍一个虚构校园节能试点。</a:t>
            </a:r>
          </a:p>
        </p:txBody>
      </p:sp>
      <p:sp>
        <p:nvSpPr>
          <p:cNvPr id="4" name="object_cdd6f04c-c224-4620-8058-d1ce71ee6dd8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用原生表格列出数据，用原生柱状图展示同一组数据。</a:t>
            </a:r>
          </a:p>
        </p:txBody>
      </p:sp>
      <p:sp>
        <p:nvSpPr>
          <p:cNvPr id="5" name="object_e47ea77d-3926-4c99-a25a-37ca0212048f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全部内容注明软件验证、非真实业务。</a:t>
            </a:r>
          </a:p>
        </p:txBody>
      </p:sp>
      <p:sp>
        <p:nvSpPr>
          <p:cNvPr id="6" name="object_4354314f-fa75-4005-8f1e-2eef725f6342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不要推算比例、合计或新统计，不加入图片和原文没有的因果。</a:t>
            </a:r>
          </a:p>
        </p:txBody>
      </p:sp>
      <p:sp>
        <p:nvSpPr>
          <p:cNvPr id="7" name="object_63501708-8254-494b-a5bd-1719524d958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bc9a6fa-6931-4b54-ae9e-5780f2b6ab4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</a:t>
            </a:r>
          </a:p>
        </p:txBody>
      </p:sp>
      <p:sp>
        <p:nvSpPr>
          <p:cNvPr id="3" name="object_7a26a0d3-76f1-4277-88f9-05c772c47387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：制作中文PPT介绍一个虚构校园节能试点；偏好6页；允许在可读容量不足时按默认软预算分页；全部内容注明软件验证、非真实业务；介绍虚构试点，用原生表格列出数据，用原生柱状图展示同一组数据，再总结并保留来源；A楼基线100千瓦时、本期90千瓦时；B楼基线80千瓦时、本期72千瓦时；C楼基线60千瓦时、本期54千瓦时；不要推算比例、合计或新统计，不加入图片和原文没有的因果。</a:t>
            </a:r>
          </a:p>
        </p:txBody>
      </p:sp>
      <p:sp>
        <p:nvSpPr>
          <p:cNvPr id="4" name="object_864840bb-ba77-4767-9851-f6e343a0a4e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虚构校园节能试点介绍（软件验证、非真实业务）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