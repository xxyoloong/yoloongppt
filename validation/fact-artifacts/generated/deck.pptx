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结论先行。8%为试点结果，限定为同一学校、同一年度、同一口径，不能外推为全校或长期成效。该值由调用方优先级选定，正文已标注【已选来源】。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表格数据全部来自原文：项目为学校节能试点，结果为2026年降低能耗8%，口径为同一学校、同一年度、同一口径的试点结果。未添加任何原文没有的统计项。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责任部门信息来自原文“总务处”“项目由总务处负责”，两处证据一致，无冲突。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后续动作为原文原话“下一步继续监测能耗并复核记录”，未添加时间表、指标或承诺。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1e0e651-ac3b-4aba-9df7-9319e48606e5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学校节能试点：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2026年能耗降低8%</a:t>
            </a:r>
          </a:p>
        </p:txBody>
      </p:sp>
      <p:sp>
        <p:nvSpPr>
          <p:cNvPr id="3" name="object_8669013c-077d-43d8-a15d-feda4bc37782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【已选来源】2026年学校节能试点降低能耗8%。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口径限定：同一学校、同一年度、同一口径的试点结果。</a:t>
            </a:r>
          </a:p>
        </p:txBody>
      </p:sp>
      <p:sp>
        <p:nvSpPr>
          <p:cNvPr id="4" name="object_e611dd17-c5d1-4f3e-9ceb-7698242c4c0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c63df31e-21e7-4eb9-a38f-ad6a00c86b9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试点结果一览</a:t>
            </a:r>
          </a:p>
        </p:txBody>
      </p:sp>
      <p:sp>
        <p:nvSpPr>
          <p:cNvPr id="3" name="object_28f78751-9473-43db-ab4f-26cd7a8bb921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仅列原文明确给出的项目、结果与口径。</a:t>
            </a:r>
          </a:p>
        </p:txBody>
      </p:sp>
      <p:graphicFrame>
        <p:nvGraphicFramePr>
          <p:cNvPr id="4" name="object_e7ff07cb-d9ab-4a28-b099-f2593e5f11f2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2093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项目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年度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结果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口径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2093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学校节能试点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2026年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降低能耗8%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同一学校、同一年度、同一口径的试点结果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ad2a1b39-63bb-44c2-bc95-d3e5c2372b0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1e2f85f-97e8-4e2a-8674-446d60f1d9f1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责任分工：总务处负责</a:t>
            </a:r>
          </a:p>
        </p:txBody>
      </p:sp>
      <p:sp>
        <p:nvSpPr>
          <p:cNvPr id="3" name="object_f7893490-90d1-440c-ba3a-a8c633eb5bd7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项目由总务处负责。</a:t>
            </a:r>
          </a:p>
        </p:txBody>
      </p:sp>
      <p:sp>
        <p:nvSpPr>
          <p:cNvPr id="4" name="object_cb306953-889d-4a1b-90eb-a72c6b90bd0f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责任主体明确，便于后续监测与复核落实。</a:t>
            </a:r>
          </a:p>
        </p:txBody>
      </p:sp>
      <p:sp>
        <p:nvSpPr>
          <p:cNvPr id="5" name="object_84601d8b-08e0-426f-9fe8-55a6422605e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e96bf76-54c0-4720-956f-aeee10bebd00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下一步：继续监测并复核记录</a:t>
            </a:r>
          </a:p>
        </p:txBody>
      </p:sp>
      <p:sp>
        <p:nvSpPr>
          <p:cNvPr id="3" name="object_9c532e6a-d61a-48bd-9e57-cb6c5b65c9fa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下一步继续监测能耗并复核记录。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以持续监测与记录复核支撑试点结论的可信度。</a:t>
            </a:r>
          </a:p>
        </p:txBody>
      </p:sp>
      <p:sp>
        <p:nvSpPr>
          <p:cNvPr id="4" name="object_81826680-6f69-4e5d-9822-6ef40890eb4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学校节能试点：2026年能耗降低8%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