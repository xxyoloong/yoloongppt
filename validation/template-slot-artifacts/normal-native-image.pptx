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brand-extra.xml" ContentType="application/xml"/>
</Types>
</file>

<file path=_rels/.rels><?xml version='1.0' encoding='UTF-8' standalone='yes'?>
<Relationships xmlns="http://schemas.openxmlformats.org/package/2006/relationships"><Relationship Id="rIdBrandExtension" Type="urn:yoloong:brand-extension" Target="customXml/brand-extra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sz="half" idx="1" type="body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tbl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业务说明区域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业务数据区域"/>
          <p:cNvSpPr>
            <a:spLocks noGrp="1"/>
          </p:cNvSpPr>
          <p:nvPr>
            <p:ph sz="half" idx="2" type="chart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5" name="LockedLogo"/>
          <p:cNvSpPr txBox="1"/>
          <p:nvPr/>
        </p:nvSpPr>
        <p:spPr>
          <a:xfrm>
            <a:off x="10607040" y="63093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Yoloong</a:t>
            </a:r>
          </a:p>
        </p:txBody>
      </p:sp>
      <p:sp>
        <p:nvSpPr>
          <p:cNvPr id="106" name="LockedFooter"/>
          <p:cNvSpPr txBox="1"/>
          <p:nvPr/>
        </p:nvSpPr>
        <p:spPr>
          <a:xfrm>
            <a:off x="548640" y="6309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Noto Sans CJK SC"/>
              </a:defRPr>
            </a:pPr>
            <a:r>
              <a:t>企业保密 · 原模板页脚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_cb5173c5-7ca4-473c-9a52-dc2d069b31fb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/>
          <a:p>
            <a:pPr>
              <a:defRPr sz="2800">
                <a:latin typeface="Noto Sans CJK SC"/>
              </a:defRPr>
            </a:pPr>
            <a:r>
              <a:t>企业模板实际填充</a:t>
            </a:r>
          </a:p>
        </p:txBody>
      </p:sp>
      <p:pic>
        <p:nvPicPr>
          <p:cNvPr id="3" name="object_71495cda-be95-4f01-b41f-547c527e925b" descr="sourc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92288" y="1298575"/>
            <a:ext cx="5486400" cy="2743200"/>
          </a:xfrm>
        </p:spPr>
      </p:pic>
      <p:sp>
        <p:nvSpPr>
          <p:cNvPr id="4" name="object_73414899-c075-4a4c-b5b8-83685c511701"/>
          <p:cNvSpPr>
            <a:spLocks noGrp="1"/>
          </p:cNvSpPr>
          <p:nvPr>
            <p:ph type="body" idx="2" sz="half"/>
          </p:nvPr>
        </p:nvSpPr>
        <p:spPr>
          <a:xfrm>
            <a:off x="1792288" y="5367338"/>
            <a:ext cx="5486400" cy="804862"/>
          </a:xfrm>
        </p:spPr>
        <p:txBody>
          <a:bodyPr/>
          <a:lstStyle/>
          <a:p>
            <a:pPr>
              <a:defRPr sz="2000">
                <a:latin typeface="Noto Sans CJK SC"/>
              </a:defRPr>
            </a:pPr>
            <a:r>
              <a:t>原生占位符中的可编辑正文。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brand-extra.xml><?xml version="1.0" encoding="utf-8"?>
<brand-extension version="1">retain unknown semantics</brand-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