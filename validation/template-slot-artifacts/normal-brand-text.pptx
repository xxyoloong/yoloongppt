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brand-extra.xml" ContentType="application/xml"/>
</Types>
</file>

<file path=_rels/.rels><?xml version='1.0' encoding='UTF-8' standalone='yes'?>
<Relationships xmlns="http://schemas.openxmlformats.org/package/2006/relationships"><Relationship Id="rIdBrandExtension" Type="urn:yoloong:brand-extension" Target="customXml/brand-extra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业务说明区域"/>
          <p:cNvSpPr>
            <a:spLocks noGrp="1"/>
          </p:cNvSpPr>
          <p:nvPr>
            <p:ph sz="half" idx="1" type="body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业务数据区域"/>
          <p:cNvSpPr>
            <a:spLocks noGrp="1"/>
          </p:cNvSpPr>
          <p:nvPr>
            <p:ph sz="half" idx="2" type="tbl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业务说明区域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业务数据区域"/>
          <p:cNvSpPr>
            <a:spLocks noGrp="1"/>
          </p:cNvSpPr>
          <p:nvPr>
            <p:ph sz="half" idx="2" type="chart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5" name="LockedLogo"/>
          <p:cNvSpPr txBox="1"/>
          <p:nvPr/>
        </p:nvSpPr>
        <p:spPr>
          <a:xfrm>
            <a:off x="10607040" y="63093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Noto Sans CJK SC"/>
              </a:defRPr>
            </a:pPr>
            <a:r>
              <a:t>Yoloong</a:t>
            </a:r>
          </a:p>
        </p:txBody>
      </p:sp>
      <p:sp>
        <p:nvSpPr>
          <p:cNvPr id="106" name="LockedFooter"/>
          <p:cNvSpPr txBox="1"/>
          <p:nvPr/>
        </p:nvSpPr>
        <p:spPr>
          <a:xfrm>
            <a:off x="548640" y="6309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Noto Sans CJK SC"/>
              </a:defRPr>
            </a:pPr>
            <a:r>
              <a:t>企业保密 · 原模板页脚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_c7e69fd8-0a11-4994-89a7-fd34209f1fa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defRPr sz="2800">
                <a:latin typeface="Noto Sans CJK SC"/>
              </a:defRPr>
            </a:pPr>
            <a:r>
              <a:t>企业模板实际填充</a:t>
            </a:r>
          </a:p>
        </p:txBody>
      </p:sp>
      <p:sp>
        <p:nvSpPr>
          <p:cNvPr id="3" name="object_9813609a-d0a4-4dd3-b821-c94f326863e9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>
              <a:defRPr sz="2000">
                <a:latin typeface="Noto Sans CJK SC"/>
              </a:defRPr>
            </a:pPr>
            <a:r>
              <a:t>原生占位符中的可编辑正文。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brand-extra.xml><?xml version="1.0" encoding="utf-8"?>
<brand-extension version="1">retain unknown semantics</brand-extensio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