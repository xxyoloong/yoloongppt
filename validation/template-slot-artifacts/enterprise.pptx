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brand-extra.xml" ContentType="application/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BrandExtension" Type="urn:yoloong:brand-extension" Target="customXml/brand-extra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sz="half" idx="1" type="body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tbl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chart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106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3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brand-extra.xml><?xml version="1.0" encoding="utf-8"?>
<brand-extension version="1">retain unknown semantics</brand-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