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brand-extra.xml" ContentType="application/xml"/>
</Types>
</file>

<file path=_rels/.rels><?xml version='1.0' encoding='UTF-8' standalone='yes'?>
<Relationships xmlns="http://schemas.openxmlformats.org/package/2006/relationships"><Relationship Id="rIdBrandExtension" Type="urn:yoloong:brand-extension" Target="customXml/brand-extra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sz="half" idx="1" type="body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tbl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chart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106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_f652ed0f-86bd-4f0e-ac0e-812359f0894c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defRPr sz="2800">
                <a:latin typeface="Noto Sans CJK SC"/>
              </a:defRPr>
            </a:pPr>
            <a:r>
              <a:t>企业模板实际填充</a:t>
            </a:r>
          </a:p>
        </p:txBody>
      </p:sp>
      <p:sp>
        <p:nvSpPr>
          <p:cNvPr id="3" name="object_8016209e-ccd5-4ba8-b960-5b1fc8311678"/>
          <p:cNvSpPr>
            <a:spLocks noGrp="1"/>
          </p:cNvSpPr>
          <p:nvPr>
            <p:ph type="body" idx="1" sz="half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>
              <a:defRPr sz="2000">
                <a:latin typeface="Noto Sans CJK SC"/>
              </a:defRPr>
            </a:pPr>
            <a:r>
              <a:t>原生占位符中的可编辑正文。</a:t>
            </a:r>
          </a:p>
        </p:txBody>
      </p:sp>
      <p:graphicFrame>
        <p:nvGraphicFramePr>
          <p:cNvPr id="4" name="object_9a1bb3cb-ebec-40da-b018-42d1b7799edb"/>
          <p:cNvGraphicFramePr>
            <a:graphicFrameLocks noGrp="1"/>
          </p:cNvGraphicFramePr>
          <p:nvPr>
            <p:ph type="tbl" idx="2" sz="half"/>
          </p:nvPr>
        </p:nvGraphicFramePr>
        <p:xfrm>
          <a:off x="4648200" y="1600200"/>
          <a:ext cx="4038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值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实际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brand-extra.xml><?xml version="1.0" encoding="utf-8"?>
<brand-extension version="1">retain unknown semantics</brand-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