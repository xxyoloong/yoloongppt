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brand-extra.xml" ContentType="application/xml"/>
</Types>
</file>

<file path=_rels/.rels><?xml version='1.0' encoding='UTF-8' standalone='yes'?>
<Relationships xmlns="http://schemas.openxmlformats.org/package/2006/relationships"><Relationship Id="rIdBrandExtension" Type="urn:yoloong:brand-extension" Target="customXml/brand-extra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原文与品牌结构保留。</a:t>
            </a:r>
          </a:p>
          <a:p/>
          <a:p>
            <a:r>
              <a:t>证据：</a:t>
            </a:r>
          </a:p>
          <a:p>
            <a:r>
              <a:t>evidence_be160373-5534-48c9-8a0f-ede1846a0619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sz="half" idx="1" type="body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tbl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chart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106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_31ac0f8d-7ee5-403b-aa9a-3b6ad22a7c6a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800">
                <a:solidFill>
                  <a:srgbClr val="000000"/>
                </a:solidFill>
                <a:latin typeface="Noto Sans CJK SC"/>
                <a:ea typeface="Noto Sans CJK SC"/>
              </a:defRPr>
            </a:pPr>
            <a:r>
              <a:t>企业模板实际填充</a:t>
            </a:r>
          </a:p>
        </p:txBody>
      </p:sp>
      <p:sp>
        <p:nvSpPr>
          <p:cNvPr id="3" name="object_92c2bf89-9561-425e-b0ed-466c2b19e79a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000">
                <a:solidFill>
                  <a:srgbClr val="000000"/>
                </a:solidFill>
                <a:latin typeface="Noto Sans CJK SC"/>
                <a:ea typeface="Noto Sans CJK SC"/>
              </a:defRPr>
            </a:pPr>
            <a:r>
              <a:t>原生占位符中的可编辑正文。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brand-extra.xml><?xml version="1.0" encoding="utf-8"?>
<brand-extension version="1">retain unknown semantics</brand-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正式企业模板槽位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