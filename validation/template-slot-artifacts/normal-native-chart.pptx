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BrandExtension" Type="urn:yoloong:brand-extension" Target="customXml/brand-extra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ac76c422-1858-4b53-8e61-5296dda6724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 sz="2800">
                <a:latin typeface="Noto Sans CJK SC"/>
              </a:defRPr>
            </a:pPr>
            <a:r>
              <a:t>企业模板实际填充</a:t>
            </a:r>
          </a:p>
        </p:txBody>
      </p:sp>
      <p:sp>
        <p:nvSpPr>
          <p:cNvPr id="3" name="object_bf451a15-3976-4d4b-9e9d-91cc60f89da8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7" cy="639762"/>
          </a:xfrm>
        </p:spPr>
        <p:txBody>
          <a:bodyPr/>
          <a:lstStyle/>
          <a:p>
            <a:pPr>
              <a:defRPr sz="2000">
                <a:latin typeface="Noto Sans CJK SC"/>
              </a:defRPr>
            </a:pPr>
            <a:r>
              <a:t>原生占位符中的可编辑正文。</a:t>
            </a:r>
          </a:p>
        </p:txBody>
      </p:sp>
      <p:graphicFrame>
        <p:nvGraphicFramePr>
          <p:cNvPr id="4" name="object_6bec508b-7f64-4a54-bd6b-dc86a333443a"/>
          <p:cNvGraphicFramePr>
            <a:graphicFrameLocks noGrp="1"/>
          </p:cNvGraphicFramePr>
          <p:nvPr>
            <p:ph type="chart" idx="2" sz="half"/>
          </p:nvPr>
        </p:nvGraphicFramePr>
        <p:xfrm>
          <a:off x="457200" y="2174875"/>
          <a:ext cx="4040187" cy="395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