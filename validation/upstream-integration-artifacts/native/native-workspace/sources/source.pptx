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  <Relationship Id="rId9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人工验证来源：100 kWh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保持第二页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Free 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Free Desig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vector-unit"/>
          <p:cNvGrpSpPr/>
          <p:nvPr/>
        </p:nvGrpSpPr>
        <p:grpSpPr>
          <a:xfrm>
            <a:off x="457200" y="952500"/>
            <a:ext cx="3810000" cy="2190750"/>
            <a:chOff x="457200" y="952500"/>
            <a:chExt cx="3810000" cy="2190750"/>
          </a:xfrm>
        </p:grpSpPr>
        <p:sp>
          <p:nvSpPr>
            <p:cNvPr id="2" name="panel"/>
            <p:cNvSpPr/>
            <p:nvPr/>
          </p:nvSpPr>
          <p:spPr>
            <a:xfrm>
              <a:off x="457200" y="952500"/>
              <a:ext cx="3810000" cy="2190750"/>
            </a:xfrm>
            <a:prstGeom prst="roundRect">
              <a:avLst>
                <a:gd name="adj" fmla="val 5217"/>
              </a:avLst>
            </a:prstGeom>
            <a:gradFill>
              <a:gsLst>
                <a:gs pos="0">
                  <a:srgbClr val="2563EB"/>
                </a:gs>
                <a:gs pos="100000">
                  <a:srgbClr val="60A5F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" name="trend"/>
            <p:cNvSpPr/>
            <p:nvPr/>
          </p:nvSpPr>
          <p:spPr>
            <a:xfrm>
              <a:off x="857250" y="1333500"/>
              <a:ext cx="2952750" cy="1333500"/>
            </a:xfrm>
            <a:custGeom>
              <a:avLst/>
              <a:gdLst/>
              <a:ahLst/>
              <a:cxnLst/>
              <a:rect l="l" t="t" r="r" b="b"/>
              <a:pathLst>
                <a:path w="2952750" h="1333500">
                  <a:moveTo>
                    <a:pt x="0" y="1333500"/>
                  </a:moveTo>
                  <a:lnTo>
                    <a:pt x="1047750" y="381000"/>
                  </a:lnTo>
                  <a:lnTo>
                    <a:pt x="2095500" y="952500"/>
                  </a:lnTo>
                  <a:lnTo>
                    <a:pt x="2952750" y="0"/>
                  </a:lnTo>
                </a:path>
              </a:pathLst>
            </a:custGeom>
            <a:noFill/>
            <a:ln w="38100">
              <a:solidFill>
                <a:srgbClr val="0F172A"/>
              </a:solidFill>
            </a:ln>
          </p:spPr>
        </p:sp>
        <p:sp>
          <p:nvSpPr>
            <p:cNvPr id="4" name="point"/>
            <p:cNvSpPr/>
            <p:nvPr/>
          </p:nvSpPr>
          <p:spPr>
            <a:xfrm>
              <a:off x="1828800" y="1638300"/>
              <a:ext cx="152400" cy="152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</p:grpSp>
      <p:sp>
        <p:nvSpPr>
          <p:cNvPr id="6" name="heading"/>
          <p:cNvSpPr txBox="1"/>
          <p:nvPr/>
        </p:nvSpPr>
        <p:spPr>
          <a:xfrm>
            <a:off x="445008" y="327025"/>
            <a:ext cx="196291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原生矢量来源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8056" y="3594100"/>
            <a:ext cx="21680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来源数值：100 kWh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vector-unit"/>
          <p:cNvGrpSpPr/>
          <p:nvPr/>
        </p:nvGrpSpPr>
        <p:grpSpPr>
          <a:xfrm>
            <a:off x="457200" y="952500"/>
            <a:ext cx="3810000" cy="2190750"/>
            <a:chOff x="457200" y="952500"/>
            <a:chExt cx="3810000" cy="2190750"/>
          </a:xfrm>
        </p:grpSpPr>
        <p:sp>
          <p:nvSpPr>
            <p:cNvPr id="2" name="panel"/>
            <p:cNvSpPr/>
            <p:nvPr/>
          </p:nvSpPr>
          <p:spPr>
            <a:xfrm>
              <a:off x="457200" y="952500"/>
              <a:ext cx="3810000" cy="2190750"/>
            </a:xfrm>
            <a:prstGeom prst="roundRect">
              <a:avLst>
                <a:gd name="adj" fmla="val 5217"/>
              </a:avLst>
            </a:prstGeom>
            <a:gradFill>
              <a:gsLst>
                <a:gs pos="0">
                  <a:srgbClr val="2563EB"/>
                </a:gs>
                <a:gs pos="100000">
                  <a:srgbClr val="60A5F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" name="trend"/>
            <p:cNvSpPr/>
            <p:nvPr/>
          </p:nvSpPr>
          <p:spPr>
            <a:xfrm>
              <a:off x="857250" y="1333500"/>
              <a:ext cx="2952750" cy="1333500"/>
            </a:xfrm>
            <a:custGeom>
              <a:avLst/>
              <a:gdLst/>
              <a:ahLst/>
              <a:cxnLst/>
              <a:rect l="l" t="t" r="r" b="b"/>
              <a:pathLst>
                <a:path w="2952750" h="1333500">
                  <a:moveTo>
                    <a:pt x="0" y="1333500"/>
                  </a:moveTo>
                  <a:lnTo>
                    <a:pt x="1047750" y="381000"/>
                  </a:lnTo>
                  <a:lnTo>
                    <a:pt x="2095500" y="952500"/>
                  </a:lnTo>
                  <a:lnTo>
                    <a:pt x="2952750" y="0"/>
                  </a:lnTo>
                </a:path>
              </a:pathLst>
            </a:custGeom>
            <a:noFill/>
            <a:ln w="38100">
              <a:solidFill>
                <a:srgbClr val="0F172A"/>
              </a:solidFill>
            </a:ln>
          </p:spPr>
        </p:sp>
        <p:sp>
          <p:nvSpPr>
            <p:cNvPr id="4" name="point"/>
            <p:cNvSpPr/>
            <p:nvPr/>
          </p:nvSpPr>
          <p:spPr>
            <a:xfrm>
              <a:off x="1828800" y="1638300"/>
              <a:ext cx="152400" cy="152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</p:grpSp>
      <p:sp>
        <p:nvSpPr>
          <p:cNvPr id="6" name="heading"/>
          <p:cNvSpPr txBox="1"/>
          <p:nvPr/>
        </p:nvSpPr>
        <p:spPr>
          <a:xfrm>
            <a:off x="445008" y="327025"/>
            <a:ext cx="228600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第二页保留内容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8056" y="3594100"/>
            <a:ext cx="21680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来源数值：100 kWh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ee Design">
  <a:themeElements>
    <a:clrScheme name="Free Desig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ree Design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Free Design">
  <a:themeElements>
    <a:clrScheme name="Free Desig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ree Design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直接复用原生导出</dc:title>
  <dc:subject/>
  <dc:creator/>
  <cp:keywords/>
  <dc:description/>
  <dc:language/>
  <cp:lastModifiedBy/>
  <cp:revision>1</cp:revision>
  <dcterms:created xsi:type="dcterms:W3CDTF">2026-10-13T10:31:25Z</dcterms:created>
  <dcterms:modified xsi:type="dcterms:W3CDTF">2026-10-13T10:31:25Z</dcterms:modified>
  <cp:category/>
  <cp:contentStatus/>
</cp:coreProperties>
</file>