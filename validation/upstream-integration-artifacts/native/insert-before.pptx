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现有文字保持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非目标页保持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