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evidence_aa228197-c208-47c4-88c8-e45ac18812e5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evidence_aa228197-c208-47c4-88c8-e45ac18812e5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evidence_aa228197-c208-47c4-88c8-e45ac18812e5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evidence_aa228197-c208-47c4-88c8-e45ac18812e5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evidence_aa228197-c208-47c4-88c8-e45ac18812e5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evidence_aa228197-c208-47c4-88c8-e45ac18812e5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evidence_aa228197-c208-47c4-88c8-e45ac18812e5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225aa43f-cb4d-4e41-bc98-3b1332fcc034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完整正文与假设标记</a:t>
            </a:r>
          </a:p>
        </p:txBody>
      </p:sp>
      <p:sp>
        <p:nvSpPr>
          <p:cNvPr id="3" name="object_dbf5a6ea-1ac7-4b96-8729-9d09cd46a5c5"/>
          <p:cNvSpPr txBox="1"/>
          <p:nvPr/>
        </p:nvSpPr>
        <p:spPr>
          <a:xfrm>
            <a:off x="64008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【假设】目标转化率为12.5%，这是测试假设而非实际统计。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语义块1：完整正文保留数字3.5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</p:txBody>
      </p:sp>
      <p:sp>
        <p:nvSpPr>
          <p:cNvPr id="4" name="object_237cf49a-198f-4486-930e-d0e1cd2d88b8"/>
          <p:cNvSpPr txBox="1"/>
          <p:nvPr/>
        </p:nvSpPr>
        <p:spPr>
          <a:xfrm>
            <a:off x="626364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语义块2：完整正文保留数字3.5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</p:txBody>
      </p:sp>
      <p:sp>
        <p:nvSpPr>
          <p:cNvPr id="5" name="object_89387dee-cb2d-4186-8e5d-087f4b73e75e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b186193d-379b-4b8e-9aab-ff4179d7d1be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完整正文与假设标记</a:t>
            </a:r>
          </a:p>
        </p:txBody>
      </p:sp>
      <p:sp>
        <p:nvSpPr>
          <p:cNvPr id="3" name="object_731e390f-1d1d-4759-a957-eabb6c4267f4"/>
          <p:cNvSpPr txBox="1"/>
          <p:nvPr/>
        </p:nvSpPr>
        <p:spPr>
          <a:xfrm>
            <a:off x="658368" y="1828800"/>
            <a:ext cx="10835640" cy="3977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语义块3：完整正文保留数字3.5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语义块4：完整正文保留数字3.5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【假设】目标转化率为12.5%，这是测试假设而非实际统计。</a:t>
            </a:r>
          </a:p>
        </p:txBody>
      </p:sp>
      <p:sp>
        <p:nvSpPr>
          <p:cNvPr id="4" name="object_f17faa80-01ff-4f8d-a30d-556f4fee7a38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7ba7a9d-7dec-4efc-baf3-684c7ad5ed0d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完整正文与假设标记</a:t>
            </a:r>
          </a:p>
        </p:txBody>
      </p:sp>
      <p:sp>
        <p:nvSpPr>
          <p:cNvPr id="3" name="object_d7e4b8d1-336f-4272-b9fd-8b498729562a"/>
          <p:cNvSpPr txBox="1"/>
          <p:nvPr/>
        </p:nvSpPr>
        <p:spPr>
          <a:xfrm>
            <a:off x="658368" y="1828800"/>
            <a:ext cx="10835640" cy="3977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语义块5：完整正文保留数字3.5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语义块6：完整正文保留数字3.5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【假设】目标转化率为12.5%，这是测试假设而非实际统计。</a:t>
            </a:r>
          </a:p>
        </p:txBody>
      </p:sp>
      <p:sp>
        <p:nvSpPr>
          <p:cNvPr id="4" name="object_a49c98a8-934e-4468-8714-ced17944dd94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9f139152-0c2a-4564-ad91-e60d313ca394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完整正文与假设标记</a:t>
            </a:r>
          </a:p>
        </p:txBody>
      </p:sp>
      <p:sp>
        <p:nvSpPr>
          <p:cNvPr id="3" name="object_0e123404-9a11-4b53-9572-a533a59c29e1"/>
          <p:cNvSpPr txBox="1"/>
          <p:nvPr/>
        </p:nvSpPr>
        <p:spPr>
          <a:xfrm>
            <a:off x="658368" y="1828800"/>
            <a:ext cx="10835640" cy="3977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语义块7：完整正文保留数字3.5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语义块8：完整正文保留数字3.5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【假设】目标转化率为12.5%，这是测试假设而非实际统计。</a:t>
            </a:r>
          </a:p>
        </p:txBody>
      </p:sp>
      <p:sp>
        <p:nvSpPr>
          <p:cNvPr id="4" name="object_591a8506-a009-4af2-bd51-f647d6f299dc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0178454d-92cd-4657-b584-bd0e51e50ec2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完整正文与假设标记</a:t>
            </a:r>
          </a:p>
        </p:txBody>
      </p:sp>
      <p:sp>
        <p:nvSpPr>
          <p:cNvPr id="3" name="object_73555a37-0654-4ceb-a7c5-76cfde698ec3"/>
          <p:cNvSpPr txBox="1"/>
          <p:nvPr/>
        </p:nvSpPr>
        <p:spPr>
          <a:xfrm>
            <a:off x="658368" y="1828800"/>
            <a:ext cx="10835640" cy="3977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语义块9：完整正文保留数字3.5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语义块10：完整正文保留数字3.5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句子1记录原文3.5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【假设】目标转化率为12.5%，这是测试假设而非实际统计。</a:t>
            </a:r>
          </a:p>
        </p:txBody>
      </p:sp>
      <p:sp>
        <p:nvSpPr>
          <p:cNvPr id="4" name="object_0d37b816-4657-4cc6-b63f-a529d34b4e0c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84a577de-470f-409c-9909-79f82f41319b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完整正文与假设标记</a:t>
            </a:r>
          </a:p>
        </p:txBody>
      </p:sp>
      <p:sp>
        <p:nvSpPr>
          <p:cNvPr id="3" name="object_708b8911-a561-4632-86b4-2a78bfcd362f"/>
          <p:cNvSpPr txBox="1"/>
          <p:nvPr/>
        </p:nvSpPr>
        <p:spPr>
          <a:xfrm>
            <a:off x="64008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句子2记录原文3.5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句子3记录原文3.5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句子4记录原文3.5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句子5记录原文3.5 kg与12.5%，保留英文 Values and units。</a:t>
            </a:r>
          </a:p>
        </p:txBody>
      </p:sp>
      <p:sp>
        <p:nvSpPr>
          <p:cNvPr id="4" name="object_7d6a88f8-2d99-41cd-abba-c8a2a14abb95"/>
          <p:cNvSpPr txBox="1"/>
          <p:nvPr/>
        </p:nvSpPr>
        <p:spPr>
          <a:xfrm>
            <a:off x="626364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句子6记录原文3.5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句子7记录原文3.5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【假设】目标转化率为12.5%，这是测试假设而非实际统计。</a:t>
            </a:r>
          </a:p>
        </p:txBody>
      </p:sp>
      <p:sp>
        <p:nvSpPr>
          <p:cNvPr id="5" name="object_f4201b2d-c449-4b59-ad16-a61ed77f94dc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f5264456-1ba7-47b4-ab24-80a4137c8523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完整正文与假设标记</a:t>
            </a:r>
          </a:p>
        </p:txBody>
      </p:sp>
      <p:sp>
        <p:nvSpPr>
          <p:cNvPr id="3" name="object_4df29c11-ba79-43ef-b93a-3e5da84dc6fa"/>
          <p:cNvSpPr txBox="1"/>
          <p:nvPr/>
        </p:nvSpPr>
        <p:spPr>
          <a:xfrm>
            <a:off x="64008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句子8记录原文3.5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句子9记录原文3.5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句子10记录原文3.5 kg与12.5%，保留英文 Values and units。</a:t>
            </a:r>
          </a:p>
        </p:txBody>
      </p:sp>
      <p:sp>
        <p:nvSpPr>
          <p:cNvPr id="4" name="object_b1dd969b-042e-44d1-9887-64399230e7a6"/>
          <p:cNvSpPr txBox="1"/>
          <p:nvPr/>
        </p:nvSpPr>
        <p:spPr>
          <a:xfrm>
            <a:off x="626364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句子11记录原文3.5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句子12记录原文3.5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【假设】目标转化率为12.5%，这是测试假设而非实际统计。</a:t>
            </a:r>
          </a:p>
        </p:txBody>
      </p:sp>
      <p:sp>
        <p:nvSpPr>
          <p:cNvPr id="5" name="object_bf691a3f-df28-497d-b0bb-f68e7b44b5c1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normal-complete-body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