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evidence_703e4da4-4cf7-45ec-ad2b-70e5bb2082e8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ff9810be-6086-426b-a60e-3148496aabf0"/>
          <p:cNvSpPr txBox="1"/>
          <p:nvPr/>
        </p:nvSpPr>
        <p:spPr>
          <a:xfrm>
            <a:off x="640080" y="548640"/>
            <a:ext cx="10927080" cy="25767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复杂标题 Mixed English Title 保留数字3.5 kg与12.5%及单位，完整展示中英文字形。复杂标题 Mixed English Title 保留数字3.5 kg与12.5%及单位，完整展示中英文字形。复杂标题 Mixed English Title 保留数字3.5 kg与12.5%及单位，完整展示中英文字形。</a:t>
            </a:r>
          </a:p>
        </p:txBody>
      </p:sp>
      <p:sp>
        <p:nvSpPr>
          <p:cNvPr id="3" name="object_f9bb4271-d498-401f-bd38-4868d9673c66"/>
          <p:cNvSpPr txBox="1"/>
          <p:nvPr/>
        </p:nvSpPr>
        <p:spPr>
          <a:xfrm>
            <a:off x="658368" y="3271723"/>
            <a:ext cx="10835640" cy="27084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批准原文保持完整。标题允许多行，正文不移入备注。</a:t>
            </a:r>
          </a:p>
        </p:txBody>
      </p:sp>
      <p:sp>
        <p:nvSpPr>
          <p:cNvPr id="4" name="object_2dfff540-5a8e-404d-8a91-e012b58a874f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01 / 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normal-mixed-long-title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