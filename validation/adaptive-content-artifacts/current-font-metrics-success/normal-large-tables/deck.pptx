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evidence_4807dc30-f603-4d09-9452-a5ef0ec9828c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66a2d97-9e3f-4965-819d-28aefd77ef86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纵向大表全部行保留</a:t>
            </a:r>
          </a:p>
        </p:txBody>
      </p:sp>
      <p:sp>
        <p:nvSpPr>
          <p:cNvPr id="3" name="object_7fbe148e-c877-4a3b-8786-56d8f7cea566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表格按原行顺序展示。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万元；%</a:t>
            </a:r>
          </a:p>
        </p:txBody>
      </p:sp>
      <p:graphicFrame>
        <p:nvGraphicFramePr>
          <p:cNvPr id="4" name="object_951de997-53c3-4f92-9c40-0b84b985bc6b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关键编号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月份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金额（万元）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增长率（%）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eb557125-6645-4512-9233-fa50fe28755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a7d349a-1a33-40cd-8e47-dd0b6f53e48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纵向大表全部行保留</a:t>
            </a:r>
          </a:p>
        </p:txBody>
      </p:sp>
      <p:sp>
        <p:nvSpPr>
          <p:cNvPr id="3" name="object_1a300590-39e0-44c8-b6c3-7603d99c254a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万元；%</a:t>
            </a:r>
          </a:p>
        </p:txBody>
      </p:sp>
      <p:graphicFrame>
        <p:nvGraphicFramePr>
          <p:cNvPr id="4" name="object_4095579e-673f-4d92-9fa2-dd0daf7e468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关键编号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月份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金额（万元）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增长率（%）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508ca1d-bdb4-4c51-bcd3-322fee31eda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3a6c15b-f5eb-4fc9-8328-535e8fb6963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纵向大表全部行保留</a:t>
            </a:r>
          </a:p>
        </p:txBody>
      </p:sp>
      <p:sp>
        <p:nvSpPr>
          <p:cNvPr id="3" name="object_4fc7d9fb-c019-4788-acee-c9da08538e2d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万元；%</a:t>
            </a:r>
          </a:p>
        </p:txBody>
      </p:sp>
      <p:graphicFrame>
        <p:nvGraphicFramePr>
          <p:cNvPr id="4" name="object_0ddf16fe-f586-4dcd-8b37-fe17eb369b1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关键编号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月份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金额（万元）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增长率（%）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15.5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15%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16.5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16%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17.5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17%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ID18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月18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18.5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18%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ID19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月19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19.5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19%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01717d2e-0159-4ebc-9d0f-256b570993e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4da8fcb-6816-414d-8633-2dd2a5477a8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纵向大表全部行保留</a:t>
            </a:r>
          </a:p>
        </p:txBody>
      </p:sp>
      <p:sp>
        <p:nvSpPr>
          <p:cNvPr id="3" name="object_f76bd577-10e5-4222-a3d5-4979cd3982dd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万元；%</a:t>
            </a:r>
          </a:p>
        </p:txBody>
      </p:sp>
      <p:graphicFrame>
        <p:nvGraphicFramePr>
          <p:cNvPr id="4" name="object_ee045083-4aae-4b0e-95a3-0fa6a0d7de23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6979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关键编号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月份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金额（万元）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增长率（%）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25.5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ID26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月26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26.5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d290cb3-5b00-4273-9cf9-63f84bd5618a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a30a99c-0f31-4943-8b5c-07bf4599fdd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多列表格明确重复关键列</a:t>
            </a:r>
          </a:p>
        </p:txBody>
      </p:sp>
      <p:sp>
        <p:nvSpPr>
          <p:cNvPr id="3" name="object_7b034a4c-94d0-480a-9871-8074c427e10c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关键列由调用方明确指定。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原文字与单位</a:t>
            </a:r>
          </a:p>
        </p:txBody>
      </p:sp>
      <p:graphicFrame>
        <p:nvGraphicFramePr>
          <p:cNvPr id="4" name="object_69bef512-ff91-4a54-b8f6-69efd4a8763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4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明确关键列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字段01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字段02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字段03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字段04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字段05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字段06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字段07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字段08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字段09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K01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原单元格01列01完整文字与单位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原单元格01列02完整文字与单位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原单元格01列03完整文字与单位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原单元格01列04完整文字与单位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原单元格01列05完整文字与单位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原单元格01列06完整文字与单位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原单元格01列07完整文字与单位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原单元格01列08完整文字与单位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原单元格01列09完整文字与单位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654ffdf1-a44a-44dd-9026-09e1eeb2cf1b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cf8fbe3-a074-445c-9c43-863786dbca35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多列表格明确重复关键列</a:t>
            </a:r>
          </a:p>
        </p:txBody>
      </p:sp>
      <p:sp>
        <p:nvSpPr>
          <p:cNvPr id="3" name="object_5e7e7b0f-3860-4783-a43f-fd67cea7d309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原文字与单位</a:t>
            </a:r>
          </a:p>
        </p:txBody>
      </p:sp>
      <p:graphicFrame>
        <p:nvGraphicFramePr>
          <p:cNvPr id="4" name="object_1a0a94a5-d3ee-476c-ac7e-0e7b291a99b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4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明确关键列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字段01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字段02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字段03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字段04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字段05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字段06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字段07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字段08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字段09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K02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原单元格02列01完整文字与单位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原单元格02列02完整文字与单位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原单元格02列03完整文字与单位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原单元格02列04完整文字与单位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原单元格02列05完整文字与单位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原单元格02列06完整文字与单位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原单元格02列07完整文字与单位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原单元格02列08完整文字与单位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原单元格02列09完整文字与单位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080d74be-10ea-4038-a5f9-53002e5e9fd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92fd4bad-bc0c-4999-ba43-fe83b578757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多列表格明确重复关键列</a:t>
            </a:r>
          </a:p>
        </p:txBody>
      </p:sp>
      <p:sp>
        <p:nvSpPr>
          <p:cNvPr id="3" name="object_fc80ed03-f4e8-4c50-a009-39836d6381a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原文字与单位</a:t>
            </a:r>
          </a:p>
        </p:txBody>
      </p:sp>
      <p:graphicFrame>
        <p:nvGraphicFramePr>
          <p:cNvPr id="4" name="object_ed3a9539-a1b4-4589-8859-46a308c07a69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4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明确关键列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字段10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字段11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字段12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字段13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字段14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字段15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字段16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字段17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字段18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K01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原单元格01列10完整文字与单位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原单元格01列11完整文字与单位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原单元格01列12完整文字与单位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原单元格01列13完整文字与单位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原单元格01列14完整文字与单位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原单元格01列15完整文字与单位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原单元格01列16完整文字与单位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原单元格01列17完整文字与单位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原单元格01列18完整文字与单位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3ff5fe46-f1fa-49aa-a6b9-5d2dd63b7b0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6e186db-452e-4b22-896d-6c2e72ca844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多列表格明确重复关键列</a:t>
            </a:r>
          </a:p>
        </p:txBody>
      </p:sp>
      <p:sp>
        <p:nvSpPr>
          <p:cNvPr id="3" name="object_e4da1cae-1b83-4ae1-b398-86525496f4cb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原文字与单位</a:t>
            </a:r>
          </a:p>
        </p:txBody>
      </p:sp>
      <p:graphicFrame>
        <p:nvGraphicFramePr>
          <p:cNvPr id="4" name="object_7864d9e7-e39e-4ea4-b841-2bc252033501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3"/>
                <a:gridCol w="757124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明确关键列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字段10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字段11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字段12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字段13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字段14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字段15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字段16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字段17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字段18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K02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原单元格02列10完整文字与单位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原单元格02列11完整文字与单位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原单元格02列12完整文字与单位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原单元格02列13完整文字与单位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原单元格02列14完整文字与单位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原单元格02列15完整文字与单位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原单元格02列16完整文字与单位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原单元格02列17完整文字与单位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原单元格02列18完整文字与单位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86615849-7866-447d-9ffa-16c2d56d386b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a1d05c1-82f5-4020-800c-33852c78045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多列表格明确重复关键列</a:t>
            </a:r>
          </a:p>
        </p:txBody>
      </p:sp>
      <p:sp>
        <p:nvSpPr>
          <p:cNvPr id="3" name="object_4c928569-8eef-4da6-ae77-5a3a54d4c14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原文字与单位</a:t>
            </a:r>
          </a:p>
        </p:txBody>
      </p:sp>
      <p:graphicFrame>
        <p:nvGraphicFramePr>
          <p:cNvPr id="4" name="object_5c93ba53-f4d2-4938-8d4d-5b676071e9ca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04"/>
                <a:gridCol w="1081604"/>
                <a:gridCol w="1081604"/>
                <a:gridCol w="1081604"/>
                <a:gridCol w="1081604"/>
                <a:gridCol w="1081604"/>
                <a:gridCol w="1081607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明确关键列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字段19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字段20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字段21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字段22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字段23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字段24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K01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原单元格01列19完整文字与单位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原单元格01列20完整文字与单位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原单元格01列21完整文字与单位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原单元格01列22完整文字与单位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原单元格01列23完整文字与单位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原单元格01列24完整文字与单位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d75739ac-1f49-476b-b906-6857585c118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02fb867-e588-4604-80e3-497a21306b5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多列表格明确重复关键列</a:t>
            </a:r>
          </a:p>
        </p:txBody>
      </p:sp>
      <p:sp>
        <p:nvSpPr>
          <p:cNvPr id="3" name="object_e21cb96e-1278-4ff7-9e75-b74418d9ea76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原文字与单位</a:t>
            </a:r>
          </a:p>
        </p:txBody>
      </p:sp>
      <p:graphicFrame>
        <p:nvGraphicFramePr>
          <p:cNvPr id="4" name="object_48c96060-9747-4a5e-aaae-1831a2d5dc53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04"/>
                <a:gridCol w="1081604"/>
                <a:gridCol w="1081604"/>
                <a:gridCol w="1081604"/>
                <a:gridCol w="1081604"/>
                <a:gridCol w="1081604"/>
                <a:gridCol w="1081607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明确关键列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字段19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字段20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字段21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字段22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字段23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字段24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K02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原单元格02列19完整文字与单位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原单元格02列20完整文字与单位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原单元格02列21完整文字与单位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原单元格02列22完整文字与单位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原单元格02列23完整文字与单位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原单元格02列24完整文字与单位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c416f00f-36fa-45b7-a857-1dda34bb318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normal-large-tables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