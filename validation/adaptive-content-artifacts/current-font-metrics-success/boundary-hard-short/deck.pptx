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原备注只用于解释，核心正文必须在页面可见。</a:t>
            </a:r>
          </a:p>
          <a:p/>
          <a:p>
            <a:r>
              <a:t>证据：</a:t>
            </a:r>
          </a:p>
          <a:p>
            <a:r>
              <a:t>evidence_11ab974f-2af2-4744-9ff3-e57f4ebbcf8a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b7a4b75b-5a65-4405-a9bf-9f168274d182"/>
          <p:cNvSpPr txBox="1"/>
          <p:nvPr/>
        </p:nvSpPr>
        <p:spPr>
          <a:xfrm>
            <a:off x="640080" y="548640"/>
            <a:ext cx="1092708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2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硬页预算可容纳原文</a:t>
            </a:r>
          </a:p>
        </p:txBody>
      </p:sp>
      <p:sp>
        <p:nvSpPr>
          <p:cNvPr id="3" name="object_be960efb-abaa-429a-a168-5b1a67fe5a2e"/>
          <p:cNvSpPr txBox="1"/>
          <p:nvPr/>
        </p:nvSpPr>
        <p:spPr>
          <a:xfrm>
            <a:off x="658368" y="1828800"/>
            <a:ext cx="10835640" cy="397763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500"/>
              </a:spcAft>
              <a:defRPr sz="24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完整短正文与数字3.5 kg保留。</a:t>
            </a:r>
          </a:p>
        </p:txBody>
      </p:sp>
      <p:sp>
        <p:nvSpPr>
          <p:cNvPr id="4" name="object_927a6679-2345-4bdc-a286-07002701d48d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01 / 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boundary-hard-short</dc:title>
  <dc:subject/>
  <dc:creator>YoloongPPT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