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原备注只用于解释，核心正文必须在页面可见。</a:t>
            </a:r>
          </a:p>
          <a:p/>
          <a:p>
            <a:r>
              <a:t>证据：</a:t>
            </a:r>
          </a:p>
          <a:p>
            <a:r>
              <a:t>evidence_6634c825-b6d6-4c58-ace3-3bb195308638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495d655e-5c25-4a5a-b8bb-30cab566554a"/>
          <p:cNvSpPr txBox="1"/>
          <p:nvPr/>
        </p:nvSpPr>
        <p:spPr>
          <a:xfrm>
            <a:off x="640080" y="548640"/>
            <a:ext cx="10927080" cy="29900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复杂标题 Mixed English Title 保留数字3.5 kg与12.5%及单位，完整展示中英文字形。复杂标题 Mixed English Title 保留数字3.5 kg与12.5%及单位，完整展示中英文字形。复杂标题 Mixed English Title 保留数字3.5 kg与12.5%及单位，完整展示中英文字形。</a:t>
            </a:r>
          </a:p>
        </p:txBody>
      </p:sp>
      <p:sp>
        <p:nvSpPr>
          <p:cNvPr id="3" name="object_1a456d82-b04a-4bde-b135-f452a4d0689e"/>
          <p:cNvSpPr txBox="1"/>
          <p:nvPr/>
        </p:nvSpPr>
        <p:spPr>
          <a:xfrm>
            <a:off x="658368" y="3685032"/>
            <a:ext cx="10835640" cy="22951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批准原文保持完整。标题允许多行，正文不移入备注。</a:t>
            </a:r>
          </a:p>
        </p:txBody>
      </p:sp>
      <p:sp>
        <p:nvSpPr>
          <p:cNvPr id="4" name="object_c437bbcd-4a28-4fde-90ff-6100e5e9fd16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01 / 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normal-mixed-long-title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