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原备注只用于解释，核心正文必须在页面可见。</a:t>
            </a:r>
          </a:p>
          <a:p/>
          <a:p>
            <a:r>
              <a:t>证据：</a:t>
            </a:r>
          </a:p>
          <a:p>
            <a:r>
              <a:t>evidence_ced2d312-7c29-4012-b1c9-be2f3f1a9e2b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9a5667eb-3b6a-4a59-9d0f-96ad36470ae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c33a24c0-c53c-4f99-92ae-d8ba5b1651e6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语义块1：完整正文保留数字3.5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语义块2：完整正文保留数字3.5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</p:txBody>
      </p:sp>
      <p:sp>
        <p:nvSpPr>
          <p:cNvPr id="4" name="object_8c4ce5b0-065a-4ad2-842d-a1ec9f482d1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f201771-9226-4a68-90f9-d5631306a03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a1be3ea8-1dc2-499f-a026-c90ac1b7520a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语义块3：完整正文保留数字3.5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语义块4：完整正文保留数字3.5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e42984d3-fa3c-472a-8664-570b1589d94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8915cde-4e1d-4748-b30e-8cab0a102055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a365ffe9-f54b-4853-98f9-a75b3b7a80a2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语义块5：完整正文保留数字3.5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语义块6：完整正文保留数字3.5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f9cd8e35-0210-4009-a893-8c9a639787fa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60ca42-9f5f-4c92-ab7a-f944cf3677f6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5e6f89e7-a4c9-45a8-9d9e-b8143d9abbbf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语义块7：完整正文保留数字3.5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语义块8：完整正文保留数字3.5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ee33a7b9-2123-4f76-876e-35cd350c2fc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aa5b66b-e728-4554-bd90-65924df25a3e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fbdb34f9-ad54-4068-a5a1-c3620161adf6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语义块9：完整正文保留数字3.5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语义块10：完整正文保留数字3.5 kg、12.5%及中文 English units。该段包含明确句界，跨页时不删除任何字符或单位。该段包含明确句界，跨页时不删除任何字符或单位。该段包含明确句界，跨页时不删除任何字符或单位。</a:t>
            </a:r>
          </a:p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c30c6791-bb86-48a0-9a72-c7dfb4f287b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17f6fbdd-515e-4196-908e-edd2584d4368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004a145b-f5b1-45aa-bf1d-4376b1f9bef4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句子1记录原文3.5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句子2记录原文3.5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句子3记录原文3.5 kg与12.5%，保留英文 Values and units。</a:t>
            </a:r>
          </a:p>
        </p:txBody>
      </p:sp>
      <p:sp>
        <p:nvSpPr>
          <p:cNvPr id="4" name="object_19968c40-3d75-4d6a-b91a-be5e13181a17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句子4记录原文3.5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句子5记录原文3.5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5" name="object_f3184f82-feea-4eac-93e5-10fb2893bff0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ee68a16-396e-4bad-9aa8-fd4c6271b79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bc1a4f2c-3b00-442a-9420-00fab96438d7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句子6记录原文3.5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句子7记录原文3.5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句子8记录原文3.5 kg与12.5%，保留英文 Values and units。</a:t>
            </a:r>
          </a:p>
        </p:txBody>
      </p:sp>
      <p:sp>
        <p:nvSpPr>
          <p:cNvPr id="4" name="object_abc1aa55-f40d-4def-ada3-f87cb346c951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句子9记录原文3.5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句子10记录原文3.5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5" name="object_07441208-72a3-4a71-862d-66ba985b5e2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9638245-5660-4301-b243-a806043b5bb9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完整正文与假设标记</a:t>
            </a:r>
          </a:p>
        </p:txBody>
      </p:sp>
      <p:sp>
        <p:nvSpPr>
          <p:cNvPr id="3" name="object_54782f75-eec4-42f4-bb40-3fa25727536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句子11记录原文3.5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句子12记录原文3.5 kg与12.5%，保留英文 Values and units。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【假设】目标转化率为12.5%，这是测试假设而非实际统计。</a:t>
            </a:r>
          </a:p>
        </p:txBody>
      </p:sp>
      <p:sp>
        <p:nvSpPr>
          <p:cNvPr id="4" name="object_e3cff8ca-6b8a-4f24-adbf-75fd3ba90ff0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normal-complete-body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