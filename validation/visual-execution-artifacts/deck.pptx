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指标</c:v>
                </c:pt>
              </c:strCache>
            </c:strRef>
          </c:tx>
          <c:spPr>
            <a:solidFill>
              <a:srgbClr val="147C80"/>
            </a:solidFill>
            <a:ln>
              <a:solidFill>
                <a:srgbClr val="147C80"/>
              </a:solidFill>
            </a:ln>
          </c:spPr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</c:v>
                </c:pt>
                <c:pt idx="1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600"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pPr>
                  <a:defRPr sz="1600">
                    <a:latin typeface="Noto Sans CJK SC"/>
                  </a:defRPr>
                </a:pPr>
                <a:r>
                  <a:t>原文单位未指定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600"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结构关系由原文明示箭头提供，语义复审另行执行。</a:t>
            </a:r>
          </a:p>
          <a:p/>
          <a:p>
            <a:r>
              <a:t>证据：</a:t>
            </a:r>
          </a:p>
          <a:p>
            <a:r>
              <a:t>evidence_5ac95383-58ff-49d4-aaa9-ad5e732c5ed3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结构关系由原文明示箭头提供，语义复审另行执行。</a:t>
            </a:r>
          </a:p>
          <a:p/>
          <a:p>
            <a:r>
              <a:t>证据：</a:t>
            </a:r>
          </a:p>
          <a:p>
            <a:r>
              <a:t>evidence_5ac95383-58ff-49d4-aaa9-ad5e732c5ed3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结构关系由原文明示箭头提供，语义复审另行执行。</a:t>
            </a:r>
          </a:p>
          <a:p/>
          <a:p>
            <a:r>
              <a:t>证据：</a:t>
            </a:r>
          </a:p>
          <a:p>
            <a:r>
              <a:t>evidence_5ac95383-58ff-49d4-aaa9-ad5e732c5ed3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结构关系由原文明示箭头提供，语义复审另行执行。</a:t>
            </a:r>
          </a:p>
          <a:p/>
          <a:p>
            <a:r>
              <a:t>证据：</a:t>
            </a:r>
          </a:p>
          <a:p>
            <a:r>
              <a:t>evidence_5ac95383-58ff-49d4-aaa9-ad5e732c5ed3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5c05bd08-09f5-41f6-9d18-c82897b6cd91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已批准视觉样例</a:t>
            </a:r>
          </a:p>
        </p:txBody>
      </p:sp>
      <p:sp>
        <p:nvSpPr>
          <p:cNvPr id="3" name="object_ee00856a-2cfd-4ab2-96b1-a72b8d0517c4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需求确认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设计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制作</a:t>
            </a:r>
          </a:p>
        </p:txBody>
      </p:sp>
      <p:pic>
        <p:nvPicPr>
          <p:cNvPr id="4" name="object_63d35b04-2347-42b0-9ad6-cf61cecfff05" descr="调用者提供的绿色图片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950208" y="1993392"/>
            <a:ext cx="7571231" cy="3785615"/>
          </a:xfrm>
          <a:prstGeom prst="rect">
            <a:avLst/>
          </a:prstGeom>
        </p:spPr>
      </p:pic>
      <p:sp>
        <p:nvSpPr>
          <p:cNvPr id="5" name="object_b82fe1fc-c432-418c-afce-41cb26da0cf5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01 /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7d38ff01-51f7-4070-9db7-0bedf0c653df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已批准视觉样例</a:t>
            </a:r>
          </a:p>
        </p:txBody>
      </p:sp>
      <p:sp>
        <p:nvSpPr>
          <p:cNvPr id="3" name="object_e1afddcf-f269-496c-9126-b157e6ef40c4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需求确认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设计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制作</a:t>
            </a:r>
          </a:p>
        </p:txBody>
      </p:sp>
      <p:sp>
        <p:nvSpPr>
          <p:cNvPr id="4" name="object_20d36d95-a540-4011-b036-1ee7e1cade0a"/>
          <p:cNvSpPr/>
          <p:nvPr/>
        </p:nvSpPr>
        <p:spPr>
          <a:xfrm>
            <a:off x="3950208" y="1792224"/>
            <a:ext cx="2119944" cy="3015325"/>
          </a:xfrm>
          <a:prstGeom prst="roundRect">
            <a:avLst/>
          </a:prstGeom>
          <a:solidFill>
            <a:srgbClr val="FFFFFF"/>
          </a:solidFill>
          <a:ln>
            <a:solidFill>
              <a:srgbClr val="192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92C32"/>
                </a:solidFill>
                <a:latin typeface="Noto Sans CJK SC"/>
              </a:defRPr>
            </a:pPr>
            <a:r>
              <a:t>需求确认</a:t>
            </a:r>
          </a:p>
        </p:txBody>
      </p:sp>
      <p:sp>
        <p:nvSpPr>
          <p:cNvPr id="5" name="object_6feb7470-5a01-465a-a0d7-9b030faec223"/>
          <p:cNvSpPr/>
          <p:nvPr/>
        </p:nvSpPr>
        <p:spPr>
          <a:xfrm>
            <a:off x="6473952" y="1792224"/>
            <a:ext cx="2119944" cy="3015325"/>
          </a:xfrm>
          <a:prstGeom prst="roundRect">
            <a:avLst/>
          </a:prstGeom>
          <a:solidFill>
            <a:srgbClr val="FFFFFF"/>
          </a:solidFill>
          <a:ln>
            <a:solidFill>
              <a:srgbClr val="192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92C32"/>
                </a:solidFill>
                <a:latin typeface="Noto Sans CJK SC"/>
              </a:defRPr>
            </a:pPr>
            <a:r>
              <a:t>设计</a:t>
            </a:r>
          </a:p>
        </p:txBody>
      </p:sp>
      <p:sp>
        <p:nvSpPr>
          <p:cNvPr id="6" name="object_b719a712-7c0e-4be5-8d7c-2d5e233e04e6"/>
          <p:cNvSpPr/>
          <p:nvPr/>
        </p:nvSpPr>
        <p:spPr>
          <a:xfrm>
            <a:off x="8997696" y="1792224"/>
            <a:ext cx="2119944" cy="3015325"/>
          </a:xfrm>
          <a:prstGeom prst="roundRect">
            <a:avLst/>
          </a:prstGeom>
          <a:solidFill>
            <a:srgbClr val="FFFFFF"/>
          </a:solidFill>
          <a:ln>
            <a:solidFill>
              <a:srgbClr val="192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92C32"/>
                </a:solidFill>
                <a:latin typeface="Noto Sans CJK SC"/>
              </a:defRPr>
            </a:pPr>
            <a:r>
              <a:t>制作</a:t>
            </a:r>
          </a:p>
        </p:txBody>
      </p:sp>
      <p:cxnSp>
        <p:nvCxnSpPr>
          <p:cNvPr id="7" name="object_50976b20-e976-4b2b-995c-eed662c983ec" descr="sequence"/>
          <p:cNvCxnSpPr/>
          <p:nvPr/>
        </p:nvCxnSpPr>
        <p:spPr>
          <a:xfrm>
            <a:off x="6070152" y="3299886"/>
            <a:ext cx="403800" cy="0"/>
          </a:xfrm>
          <a:prstGeom prst="line">
            <a:avLst/>
          </a:prstGeom>
          <a:ln w="22860">
            <a:solidFill>
              <a:srgbClr val="147C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object_1804c0f6-d83c-49b1-b253-01ae8648d20a" descr="sequence"/>
          <p:cNvCxnSpPr/>
          <p:nvPr/>
        </p:nvCxnSpPr>
        <p:spPr>
          <a:xfrm>
            <a:off x="8593896" y="3299886"/>
            <a:ext cx="403800" cy="0"/>
          </a:xfrm>
          <a:prstGeom prst="line">
            <a:avLst/>
          </a:prstGeom>
          <a:ln w="22860">
            <a:solidFill>
              <a:srgbClr val="147C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bject_0aabc0b8-8d0e-40a5-83f0-79e259921690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02 /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75fead3c-afea-4a47-869f-0f12e8f5255c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已批准视觉样例</a:t>
            </a:r>
          </a:p>
        </p:txBody>
      </p:sp>
      <p:sp>
        <p:nvSpPr>
          <p:cNvPr id="3" name="object_36f533c0-1066-400a-b08f-e218acd35321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需求确认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设计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制作</a:t>
            </a:r>
          </a:p>
        </p:txBody>
      </p:sp>
      <p:graphicFrame>
        <p:nvGraphicFramePr>
          <p:cNvPr id="4" name="object_9fd47c05-cc9f-4d69-9069-6ac8a9d997d4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5615"/>
                <a:gridCol w="3785616"/>
              </a:tblGrid>
              <a:tr h="1395984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指标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值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</a:tr>
              <a:tr h="139598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A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139598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B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9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</a:tbl>
          </a:graphicData>
        </a:graphic>
      </p:graphicFrame>
      <p:sp>
        <p:nvSpPr>
          <p:cNvPr id="5" name="object_60dd0bfb-81bd-486c-9b68-ddd68a23508f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03 /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3a351efa-5ec1-45d1-9a9d-c2eb02bf53e3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已批准视觉样例</a:t>
            </a:r>
          </a:p>
        </p:txBody>
      </p:sp>
      <p:sp>
        <p:nvSpPr>
          <p:cNvPr id="3" name="object_851160cd-d1c8-4c68-a44e-c2dd114cdd6c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需求确认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设计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制作</a:t>
            </a:r>
          </a:p>
        </p:txBody>
      </p:sp>
      <p:graphicFrame>
        <p:nvGraphicFramePr>
          <p:cNvPr id="4" name="object_e973656a-6e42-4ddd-8064-99cbe839ab54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object_094db296-883b-49dc-aba9-30ba4afedc85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04 / 04</a:t>
            </a:r>
          </a:p>
        </p:txBody>
      </p:sp>
    </p:spTree>
  </p:cSld>
  <p:clrMapOvr>
    <a:masterClrMapping/>
  </p:clrMapOvr>
</p:sld>
</file>

<file path=ppt/theme/theme1.xml><?xml version="1.0" encoding="utf-8"?>
<ns0:theme xmlns:ns0="http://schemas.openxmlformats.org/drawingml/2006/main" name="Office Theme">
  <ns0:themeElements>
    <ns0:clrScheme name="Caller component template marker">
      <ns0:dk1>
        <ns0:sysClr val="windowText" lastClr="000000"/>
      </ns0:dk1>
      <ns0:lt1>
        <ns0:sysClr val="window" lastClr="FFFFFF"/>
      </ns0:lt1>
      <ns0:dk2>
        <ns0:srgbClr val="1F497D"/>
      </ns0:dk2>
      <ns0:lt2>
        <ns0:srgbClr val="EEECE1"/>
      </ns0:lt2>
      <ns0:accent1>
        <ns0:srgbClr val="4F81BD"/>
      </ns0:accent1>
      <ns0:accent2>
        <ns0:srgbClr val="C0504D"/>
      </ns0:accent2>
      <ns0:accent3>
        <ns0:srgbClr val="9BBB59"/>
      </ns0:accent3>
      <ns0:accent4>
        <ns0:srgbClr val="8064A2"/>
      </ns0:accent4>
      <ns0:accent5>
        <ns0:srgbClr val="4BACC6"/>
      </ns0:accent5>
      <ns0:accent6>
        <ns0:srgbClr val="F79646"/>
      </ns0:accent6>
      <ns0:hlink>
        <ns0:srgbClr val="0000FF"/>
      </ns0:hlink>
      <ns0:folHlink>
        <ns0:srgbClr val="800080"/>
      </ns0:folHlink>
    </ns0:clrScheme>
    <ns0:fontScheme name="Office">
      <ns0:maj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tint val="50000"/>
                <ns0:satMod val="300000"/>
              </ns0:schemeClr>
            </ns0:gs>
            <ns0:gs pos="35000">
              <ns0:schemeClr val="phClr">
                <ns0:tint val="37000"/>
                <ns0:satMod val="300000"/>
              </ns0:schemeClr>
            </ns0:gs>
            <ns0:gs pos="100000">
              <ns0:schemeClr val="phClr">
                <ns0:tint val="15000"/>
                <ns0:satMod val="350000"/>
              </ns0:schemeClr>
            </ns0:gs>
          </ns0:gsLst>
          <ns0:lin ang="16200000" scaled="1"/>
        </ns0:gradFill>
        <ns0:gradFill rotWithShape="1">
          <ns0:gsLst>
            <ns0:gs pos="0">
              <ns0:schemeClr val="phClr">
                <ns0:tint val="100000"/>
                <ns0:shade val="100000"/>
                <ns0:satMod val="130000"/>
              </ns0:schemeClr>
            </ns0:gs>
            <ns0:gs pos="100000">
              <ns0:schemeClr val="phClr">
                <ns0:tint val="50000"/>
                <ns0:shade val="100000"/>
                <ns0:satMod val="350000"/>
              </ns0:schemeClr>
            </ns0:gs>
          </ns0:gsLst>
          <ns0:lin ang="16200000" scaled="0"/>
        </ns0:gradFill>
      </ns0:fillStyleLst>
      <ns0:lnStyleLst>
        <ns0:ln w="9525" cap="flat" cmpd="sng" algn="ctr">
          <ns0:solidFill>
            <ns0:schemeClr val="phClr">
              <ns0:shade val="95000"/>
              <ns0:satMod val="105000"/>
            </ns0:schemeClr>
          </ns0:solidFill>
          <ns0:prstDash val="solid"/>
        </ns0:ln>
        <ns0:ln w="25400" cap="flat" cmpd="sng" algn="ctr">
          <ns0:solidFill>
            <ns0:schemeClr val="phClr"/>
          </ns0:solidFill>
          <ns0:prstDash val="solid"/>
        </ns0:ln>
        <ns0:ln w="38100" cap="flat" cmpd="sng" algn="ctr">
          <ns0:solidFill>
            <ns0:schemeClr val="phClr"/>
          </ns0:solidFill>
          <ns0:prstDash val="solid"/>
        </ns0:ln>
      </ns0:lnStyleLst>
      <ns0:effectStyleLst>
        <ns0:effectStyle>
          <ns0:effectLst>
            <ns0:outerShdw blurRad="40000" dist="20000" dir="5400000" rotWithShape="0">
              <ns0:srgbClr val="000000">
                <ns0:alpha val="38000"/>
              </ns0:srgbClr>
            </ns0:outerShdw>
          </ns0:effectLst>
        </ns0:effectStyle>
        <ns0:effectStyle>
          <ns0:effectLst>
            <ns0:outerShdw blurRad="40000" dist="23000" dir="5400000" rotWithShape="0">
              <ns0:srgbClr val="000000">
                <ns0:alpha val="35000"/>
              </ns0:srgbClr>
            </ns0:outerShdw>
          </ns0:effectLst>
        </ns0:effectStyle>
        <ns0:effectStyle>
          <ns0:effectLst>
            <ns0:outerShdw blurRad="40000" dist="23000" dir="5400000" rotWithShape="0">
              <ns0:srgbClr val="000000">
                <ns0:alpha val="35000"/>
              </ns0:srgbClr>
            </ns0:outerShdw>
          </ns0:effectLst>
          <ns0:scene3d>
            <ns0:camera prst="orthographicFront">
              <ns0:rot lat="0" lon="0" rev="0"/>
            </ns0:camera>
            <ns0:lightRig rig="threePt" dir="t">
              <ns0:rot lat="0" lon="0" rev="1200000"/>
            </ns0:lightRig>
          </ns0:scene3d>
          <ns0:sp3d>
            <ns0:bevelT w="63500" h="25400"/>
          </ns0:sp3d>
        </ns0:effectStyle>
      </ns0:effectStyleLst>
      <ns0:bgFillStyleLst>
        <ns0:solidFill>
          <ns0:schemeClr val="phClr"/>
        </ns0:solidFill>
        <ns0:gradFill rotWithShape="1">
          <ns0:gsLst>
            <ns0:gs pos="0">
              <ns0:schemeClr val="phClr">
                <ns0:tint val="40000"/>
                <ns0:satMod val="350000"/>
              </ns0:schemeClr>
            </ns0:gs>
            <ns0:gs pos="40000">
              <ns0:schemeClr val="phClr">
                <ns0:tint val="45000"/>
                <ns0:shade val="99000"/>
                <ns0:satMod val="350000"/>
              </ns0:schemeClr>
            </ns0:gs>
            <ns0:gs pos="100000">
              <ns0:schemeClr val="phClr">
                <ns0:shade val="20000"/>
                <ns0:satMod val="255000"/>
              </ns0:schemeClr>
            </ns0:gs>
          </ns0:gsLst>
          <ns0:path path="circle">
            <ns0:fillToRect l="50000" t="-80000" r="50000" b="180000"/>
          </ns0:path>
        </ns0:gradFill>
        <ns0:gradFill rotWithShape="1">
          <ns0:gsLst>
            <ns0:gs pos="0">
              <ns0:schemeClr val="phClr">
                <ns0:tint val="80000"/>
                <ns0:satMod val="300000"/>
              </ns0:schemeClr>
            </ns0:gs>
            <ns0:gs pos="100000">
              <ns0:schemeClr val="phClr">
                <ns0:shade val="30000"/>
                <ns0:satMod val="200000"/>
              </ns0:schemeClr>
            </ns0:gs>
          </ns0:gsLst>
          <ns0:path path="circle">
            <ns0:fillToRect l="50000" t="50000" r="50000" b="50000"/>
          </ns0:path>
        </ns0:gradFill>
      </ns0:bgFillStyleLst>
    </ns0:fmtScheme>
  </ns0:themeElements>
  <ns0:objectDefaults>
    <ns0:spDef>
      <ns0:spPr/>
      <ns0:bodyPr/>
      <ns0:lstStyle/>
      <ns0:style>
        <ns0:lnRef idx="1">
          <ns0:schemeClr val="accent1"/>
        </ns0:lnRef>
        <ns0:fillRef idx="3">
          <ns0:schemeClr val="accent1"/>
        </ns0:fillRef>
        <ns0:effectRef idx="2">
          <ns0:schemeClr val="accent1"/>
        </ns0:effectRef>
        <ns0:fontRef idx="minor">
          <ns0:schemeClr val="lt1"/>
        </ns0:fontRef>
      </ns0:style>
    </ns0:spDef>
    <ns0:lnDef>
      <ns0:spPr/>
      <ns0:bodyPr/>
      <ns0:lstStyle/>
      <ns0:style>
        <ns0:lnRef idx="2">
          <ns0:schemeClr val="accent1"/>
        </ns0:lnRef>
        <ns0:fillRef idx="0">
          <ns0:schemeClr val="accent1"/>
        </ns0:fillRef>
        <ns0:effectRef idx="1">
          <ns0:schemeClr val="accent1"/>
        </ns0:effectRef>
        <ns0:fontRef idx="minor">
          <ns0:schemeClr val="tx1"/>
        </ns0:fontRef>
      </ns0:style>
    </ns0:lnDef>
  </ns0:objectDefaults>
  <ns0:extraClrSchemeLst/>
</ns0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视觉样例</dc:title>
  <dc:subject/>
  <dc:creator>YoloongPPT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