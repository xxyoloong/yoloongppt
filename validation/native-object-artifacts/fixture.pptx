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12233"/>
                </a:solidFill>
                <a:hlinkClick r:id="rId2"/>
              </a:rPr>
              <a:t>修改前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ABCD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保留形状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2743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初始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828800" y="457200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486400" y="4572000"/>
            <a:ext cx="914400" cy="914400"/>
            <a:chOff x="5486400" y="4572000"/>
            <a:chExt cx="914400" cy="914400"/>
          </a:xfrm>
        </p:grpSpPr>
        <p:sp>
          <p:nvSpPr>
            <p:cNvPr id="9" name="Rectangle 8"/>
            <p:cNvSpPr/>
            <p:nvPr/>
          </p:nvSpPr>
          <p:spPr>
            <a:xfrm>
              <a:off x="5486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组合子对象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其它页原样保留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
  <opaque>KEEP</opaque>
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