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修改后的演讲备注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1005840" y="1097280"/>
            <a:ext cx="3840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AABBCC"/>
                </a:solidFill>
                <a:latin typeface="Noto Sans CJK SC"/>
                <a:ea typeface="Noto Sans CJK SC"/>
                <a:cs typeface="Noto Sans CJK SC"/>
                <a:hlinkClick r:id="rId2"/>
              </a:rPr>
              <a:t>修改后的标题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已修改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替换后的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组合子对象局部修改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