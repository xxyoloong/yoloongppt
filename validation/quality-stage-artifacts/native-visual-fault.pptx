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来源材料明确试点范围限于教室照明管理，并强调不对全校节能作出承诺，因此本页不扩展至其他用能领域。</a:t>
            </a:r>
          </a:p>
          <a:p>
            <a:r>
              <a:t>evidence_85794346-3802-4b3d-b792-359536e81038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_37c9b1de-67ea-4d7a-8094-fd467bf70a8d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rPr>
                <a:solidFill/>
              </a:rPr>
              <a:t>验证标题</a:t>
            </a:r>
          </a:p>
        </p:txBody>
      </p:sp>
      <p:pic>
        <p:nvPicPr>
          <p:cNvPr id="3" name="object_72911650-cc21-494a-a7be-3e80331f92a8" descr="示意图片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23360" y="1371600"/>
            <a:ext cx="3657600" cy="1828800"/>
          </a:xfrm>
          <a:prstGeom prst="rect">
            <a:avLst/>
          </a:prstGeom>
        </p:spPr>
      </p:pic>
      <p:sp>
        <p:nvSpPr>
          <p:cNvPr id="4" name="object_a4cfed27-55bf-49a2-9c21-c059918c0660"/>
          <p:cNvSpPr/>
          <p:nvPr/>
        </p:nvSpPr>
        <p:spPr>
          <a:xfrm>
            <a:off x="457200" y="1371600"/>
            <a:ext cx="1828800" cy="914400"/>
          </a:xfrm>
          <a:prstGeom prst="roundRect">
            <a:avLst/>
          </a:prstGeom>
          <a:solidFill>
            <a:srgbClr val="F6F4EE"/>
          </a:solidFill>
          <a:ln>
            <a:solidFill>
              <a:srgbClr val="14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r>
              <a:t>未知999%</a:t>
            </a:r>
          </a:p>
        </p:txBody>
      </p:sp>
      <p:cxnSp>
        <p:nvCxnSpPr>
          <p:cNvPr id="5" name="object_f31bc22e-7e83-4fba-8362-9be01854ecf3" descr="明示关系"/>
          <p:cNvCxnSpPr/>
          <p:nvPr/>
        </p:nvCxnSpPr>
        <p:spPr>
          <a:xfrm>
            <a:off x="2286000" y="1828800"/>
            <a:ext cx="173736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