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登记模板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需求确认</a:t>
            </a:r>
          </a:p>
        </p:txBody>
      </p:sp>
    </p:spTree>
  </p:cSld>
  <p:clrMapOvr>
    <a:masterClrMapping/>
  </p:clrMapOvr>
</p:sld>
</file>

<file path=ppt/theme/theme1.xml><?xml version="1.0" encoding="utf-8"?>
<ns0:theme xmlns:ns0="http://schemas.openxmlformats.org/drawingml/2006/main" name="Office Theme">
  <ns0:themeElements>
    <ns0:clrScheme name="Caller component template marker">
      <ns0:dk1>
        <ns0:sysClr val="windowText" lastClr="000000"/>
      </ns0:dk1>
      <ns0:lt1>
        <ns0:sysClr val="window" lastClr="FFFFFF"/>
      </ns0:lt1>
      <ns0:dk2>
        <ns0:srgbClr val="1F497D"/>
      </ns0:dk2>
      <ns0:lt2>
        <ns0:srgbClr val="EEECE1"/>
      </ns0:lt2>
      <ns0:accent1>
        <ns0:srgbClr val="4F81BD"/>
      </ns0:accent1>
      <ns0:accent2>
        <ns0:srgbClr val="C0504D"/>
      </ns0:accent2>
      <ns0:accent3>
        <ns0:srgbClr val="9BBB59"/>
      </ns0:accent3>
      <ns0:accent4>
        <ns0:srgbClr val="8064A2"/>
      </ns0:accent4>
      <ns0:accent5>
        <ns0:srgbClr val="4BACC6"/>
      </ns0:accent5>
      <ns0:accent6>
        <ns0:srgbClr val="F79646"/>
      </ns0:accent6>
      <ns0:hlink>
        <ns0:srgbClr val="0000FF"/>
      </ns0:hlink>
      <ns0:folHlink>
        <ns0:srgbClr val="800080"/>
      </ns0:folHlink>
    </ns0:clrScheme>
    <ns0:fontScheme name="Office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50000"/>
                <ns0:satMod val="300000"/>
              </ns0:schemeClr>
            </ns0:gs>
            <ns0:gs pos="35000">
              <ns0:schemeClr val="phClr">
                <ns0:tint val="37000"/>
                <ns0:satMod val="300000"/>
              </ns0:schemeClr>
            </ns0:gs>
            <ns0:gs pos="100000">
              <ns0:schemeClr val="phClr">
                <ns0:tint val="15000"/>
                <ns0:satMod val="350000"/>
              </ns0:schemeClr>
            </ns0:gs>
          </ns0:gsLst>
          <ns0:lin ang="16200000" scaled="1"/>
        </ns0:gradFill>
        <ns0:gradFill rotWithShape="1">
          <ns0:gsLst>
            <ns0:gs pos="0">
              <ns0:schemeClr val="phClr">
                <ns0:tint val="100000"/>
                <ns0:shade val="100000"/>
                <ns0:satMod val="130000"/>
              </ns0:schemeClr>
            </ns0:gs>
            <ns0:gs pos="100000">
              <ns0:schemeClr val="phClr">
                <ns0:tint val="50000"/>
                <ns0:shade val="100000"/>
                <ns0:satMod val="350000"/>
              </ns0:schemeClr>
            </ns0:gs>
          </ns0:gsLst>
          <ns0:lin ang="16200000" scaled="0"/>
        </ns0:gradFill>
      </ns0:fillStyleLst>
      <ns0:lnStyleLst>
        <ns0:ln w="9525" cap="flat" cmpd="sng" algn="ctr">
          <ns0:solidFill>
            <ns0:schemeClr val="phClr">
              <ns0:shade val="95000"/>
              <ns0:satMod val="105000"/>
            </ns0:schemeClr>
          </ns0:solidFill>
          <ns0:prstDash val="solid"/>
        </ns0:ln>
        <ns0:ln w="25400" cap="flat" cmpd="sng" algn="ctr">
          <ns0:solidFill>
            <ns0:schemeClr val="phClr"/>
          </ns0:solidFill>
          <ns0:prstDash val="solid"/>
        </ns0:ln>
        <ns0:ln w="38100" cap="flat" cmpd="sng" algn="ctr">
          <ns0:solidFill>
            <ns0:schemeClr val="phClr"/>
          </ns0:solidFill>
          <ns0:prstDash val="solid"/>
        </ns0:ln>
      </ns0:lnStyleLst>
      <ns0:effectStyleLst>
        <ns0:effectStyle>
          <ns0:effectLst>
            <ns0:outerShdw blurRad="40000" dist="20000" dir="5400000" rotWithShape="0">
              <ns0:srgbClr val="000000">
                <ns0:alpha val="38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  <ns0:scene3d>
            <ns0:camera prst="orthographicFront">
              <ns0:rot lat="0" lon="0" rev="0"/>
            </ns0:camera>
            <ns0:lightRig rig="threePt" dir="t">
              <ns0:rot lat="0" lon="0" rev="1200000"/>
            </ns0:lightRig>
          </ns0:scene3d>
          <ns0:sp3d>
            <ns0:bevelT w="63500" h="25400"/>
          </ns0:sp3d>
        </ns0:effectStyle>
      </ns0:effectStyleLst>
      <ns0:bgFillStyleLst>
        <ns0:solidFill>
          <ns0:schemeClr val="phClr"/>
        </ns0:solidFill>
        <ns0:gradFill rotWithShape="1">
          <ns0:gsLst>
            <ns0:gs pos="0">
              <ns0:schemeClr val="phClr">
                <ns0:tint val="40000"/>
                <ns0:satMod val="350000"/>
              </ns0:schemeClr>
            </ns0:gs>
            <ns0:gs pos="40000">
              <ns0:schemeClr val="phClr">
                <ns0:tint val="45000"/>
                <ns0:shade val="99000"/>
                <ns0:satMod val="350000"/>
              </ns0:schemeClr>
            </ns0:gs>
            <ns0:gs pos="100000">
              <ns0:schemeClr val="phClr">
                <ns0:shade val="20000"/>
                <ns0:satMod val="255000"/>
              </ns0:schemeClr>
            </ns0:gs>
          </ns0:gsLst>
          <ns0:path path="circle">
            <ns0:fillToRect l="50000" t="-80000" r="50000" b="180000"/>
          </ns0:path>
        </ns0:gradFill>
        <ns0:gradFill rotWithShape="1">
          <ns0:gsLst>
            <ns0:gs pos="0">
              <ns0:schemeClr val="phClr">
                <ns0:tint val="80000"/>
                <ns0:satMod val="300000"/>
              </ns0:schemeClr>
            </ns0:gs>
            <ns0:gs pos="100000">
              <ns0:schemeClr val="phClr">
                <ns0:shade val="30000"/>
                <ns0:satMod val="200000"/>
              </ns0:schemeClr>
            </ns0:gs>
          </ns0:gsLst>
          <ns0:path path="circle">
            <ns0:fillToRect l="50000" t="50000" r="50000" b="50000"/>
          </ns0:path>
        </ns0:gradFill>
      </ns0:bgFillStyleLst>
    </ns0:fmtScheme>
  </ns0:themeElements>
  <ns0:objectDefaults>
    <ns0:spDef>
      <ns0:spPr/>
      <ns0:bodyPr/>
      <ns0:lstStyle/>
      <ns0:style>
        <ns0:lnRef idx="1">
          <ns0:schemeClr val="accent1"/>
        </ns0:lnRef>
        <ns0:fillRef idx="3">
          <ns0:schemeClr val="accent1"/>
        </ns0:fillRef>
        <ns0:effectRef idx="2">
          <ns0:schemeClr val="accent1"/>
        </ns0:effectRef>
        <ns0:fontRef idx="minor">
          <ns0:schemeClr val="lt1"/>
        </ns0:fontRef>
      </ns0:style>
    </ns0:spDef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</ns0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