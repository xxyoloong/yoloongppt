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本页为多图页，使用images数组保留调用方指定的全部8个asset_id，fit=contain，required=true。图注逐字引用原文“人工绘制示意图1”至“人工绘制示意图8”。图片仅作软件验证装饰，不证明统计、关系或因果。</a:t>
            </a:r>
          </a:p>
          <a:p/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标题逐字使用原文完整长标题，正文保留原文两句：人工验证资料性质声明与“先保存原始数据与来源，再检查页面容量。”，并保留图片装饰声明。所有内容仅用于软件验证而不代表真实业务结论。</a:t>
            </a:r>
          </a:p>
          <a:p/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表格逐字保留原文列名“标识、甲项、乙项、丙项”与全部14行样本数据，不汇总、不省略、不替换为图片。单位为测试分。</a:t>
            </a:r>
          </a:p>
          <a:p/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表格逐字保留原文列名“标识、甲项、乙项、丙项”与全部14行样本数据，不汇总、不省略、不替换为图片。单位为测试分。</a:t>
            </a:r>
          </a:p>
          <a:p/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dc7013b2-442f-49a9-9051-ba9936e9e1cb"/>
          <p:cNvSpPr txBox="1"/>
          <p:nvPr/>
        </p:nvSpPr>
        <p:spPr>
          <a:xfrm>
            <a:off x="640080" y="411480"/>
            <a:ext cx="109270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人工绘制示意图1-8（软件验证装饰）</a:t>
            </a:r>
          </a:p>
        </p:txBody>
      </p:sp>
      <p:sp>
        <p:nvSpPr>
          <p:cNvPr id="3" name="object_22810b3d-e695-4090-aa82-3eebf9382203"/>
          <p:cNvSpPr txBox="1"/>
          <p:nvPr/>
        </p:nvSpPr>
        <p:spPr>
          <a:xfrm>
            <a:off x="640080" y="1426463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图片仅作软件验证装饰</a:t>
            </a:r>
          </a:p>
        </p:txBody>
      </p:sp>
      <p:pic>
        <p:nvPicPr>
          <p:cNvPr id="4" name="object_1e5d5858-98d1-46ff-91a2-dcb6d58fc1db" descr="人工绘制示意图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92199" y="2345436"/>
            <a:ext cx="704088" cy="704088"/>
          </a:xfrm>
          <a:prstGeom prst="rect">
            <a:avLst/>
          </a:prstGeom>
        </p:spPr>
      </p:pic>
      <p:sp>
        <p:nvSpPr>
          <p:cNvPr id="5" name="object_f3fde6e2-2308-4ce6-a92e-ca3786ca6b2e"/>
          <p:cNvSpPr txBox="1"/>
          <p:nvPr/>
        </p:nvSpPr>
        <p:spPr>
          <a:xfrm>
            <a:off x="640080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人工绘制示意图1</a:t>
            </a:r>
          </a:p>
        </p:txBody>
      </p:sp>
      <p:pic>
        <p:nvPicPr>
          <p:cNvPr id="6" name="object_03eac4e2-a48b-4902-9dd1-e10316ed78e6" descr="人工绘制示意图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65079" y="2371439"/>
            <a:ext cx="1304163" cy="652082"/>
          </a:xfrm>
          <a:prstGeom prst="rect">
            <a:avLst/>
          </a:prstGeom>
        </p:spPr>
      </p:pic>
      <p:sp>
        <p:nvSpPr>
          <p:cNvPr id="7" name="object_06713c41-b983-4515-be48-8407c62367b4"/>
          <p:cNvSpPr txBox="1"/>
          <p:nvPr/>
        </p:nvSpPr>
        <p:spPr>
          <a:xfrm>
            <a:off x="3412998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人工绘制示意图2</a:t>
            </a:r>
          </a:p>
        </p:txBody>
      </p:sp>
      <p:pic>
        <p:nvPicPr>
          <p:cNvPr id="8" name="object_9ea5bd98-b8f1-417c-be5d-d02f21a135a3" descr="人工绘制示意图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38035" y="1993391"/>
            <a:ext cx="704088" cy="1408176"/>
          </a:xfrm>
          <a:prstGeom prst="rect">
            <a:avLst/>
          </a:prstGeom>
        </p:spPr>
      </p:pic>
      <p:sp>
        <p:nvSpPr>
          <p:cNvPr id="9" name="object_a4f2a64c-4259-4e21-abe0-6e88d8ad1f81"/>
          <p:cNvSpPr txBox="1"/>
          <p:nvPr/>
        </p:nvSpPr>
        <p:spPr>
          <a:xfrm>
            <a:off x="6185916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人工绘制示意图3</a:t>
            </a:r>
          </a:p>
        </p:txBody>
      </p:sp>
      <p:pic>
        <p:nvPicPr>
          <p:cNvPr id="10" name="object_b76e016b-571a-4262-81a9-f5a40e40bf3b" descr="人工绘制示意图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958834" y="2371439"/>
            <a:ext cx="2608326" cy="652081"/>
          </a:xfrm>
          <a:prstGeom prst="rect">
            <a:avLst/>
          </a:prstGeom>
        </p:spPr>
      </p:pic>
      <p:sp>
        <p:nvSpPr>
          <p:cNvPr id="11" name="object_0bbeb55b-c4ec-4a6d-b305-35d8363218bf"/>
          <p:cNvSpPr txBox="1"/>
          <p:nvPr/>
        </p:nvSpPr>
        <p:spPr>
          <a:xfrm>
            <a:off x="8958834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人工绘制示意图4</a:t>
            </a:r>
          </a:p>
        </p:txBody>
      </p:sp>
      <p:pic>
        <p:nvPicPr>
          <p:cNvPr id="12" name="object_26c37697-014e-4c68-8e87-c76b26337de0" descr="人工绘制示意图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380972" y="4059935"/>
            <a:ext cx="1126540" cy="1408176"/>
          </a:xfrm>
          <a:prstGeom prst="rect">
            <a:avLst/>
          </a:prstGeom>
        </p:spPr>
      </p:pic>
      <p:sp>
        <p:nvSpPr>
          <p:cNvPr id="13" name="object_971084d0-3575-4328-be22-9b3eecdda2af"/>
          <p:cNvSpPr txBox="1"/>
          <p:nvPr/>
        </p:nvSpPr>
        <p:spPr>
          <a:xfrm>
            <a:off x="640080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人工绘制示意图5</a:t>
            </a:r>
          </a:p>
        </p:txBody>
      </p:sp>
      <p:pic>
        <p:nvPicPr>
          <p:cNvPr id="14" name="object_487a26e2-6b2b-42fc-b428-5542a343616a" descr="人工绘制示意图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837051" y="4059935"/>
            <a:ext cx="1760220" cy="1408176"/>
          </a:xfrm>
          <a:prstGeom prst="rect">
            <a:avLst/>
          </a:prstGeom>
        </p:spPr>
      </p:pic>
      <p:sp>
        <p:nvSpPr>
          <p:cNvPr id="15" name="object_30aaa32e-be8b-450a-a279-fd95fdf25b53"/>
          <p:cNvSpPr txBox="1"/>
          <p:nvPr/>
        </p:nvSpPr>
        <p:spPr>
          <a:xfrm>
            <a:off x="3412998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人工绘制示意图6</a:t>
            </a:r>
          </a:p>
        </p:txBody>
      </p:sp>
      <p:pic>
        <p:nvPicPr>
          <p:cNvPr id="16" name="object_b2452b54-93a2-4515-a592-3f7fa7f94155" descr="人工绘制示意图7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185916" y="4111942"/>
            <a:ext cx="2608325" cy="1304162"/>
          </a:xfrm>
          <a:prstGeom prst="rect">
            <a:avLst/>
          </a:prstGeom>
        </p:spPr>
      </p:pic>
      <p:sp>
        <p:nvSpPr>
          <p:cNvPr id="17" name="object_6204583a-1fc2-44d6-9005-11efa784c893"/>
          <p:cNvSpPr txBox="1"/>
          <p:nvPr/>
        </p:nvSpPr>
        <p:spPr>
          <a:xfrm>
            <a:off x="6185916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人工绘制示意图7</a:t>
            </a:r>
          </a:p>
        </p:txBody>
      </p:sp>
      <p:pic>
        <p:nvPicPr>
          <p:cNvPr id="18" name="object_96253b3f-abc2-4ae2-92b7-83452bb6e3f1" descr="人工绘制示意图8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910953" y="4059935"/>
            <a:ext cx="704088" cy="1408176"/>
          </a:xfrm>
          <a:prstGeom prst="rect">
            <a:avLst/>
          </a:prstGeom>
        </p:spPr>
      </p:pic>
      <p:sp>
        <p:nvSpPr>
          <p:cNvPr id="19" name="object_c331c0ad-455f-4e2c-9652-d594a552a27c"/>
          <p:cNvSpPr txBox="1"/>
          <p:nvPr/>
        </p:nvSpPr>
        <p:spPr>
          <a:xfrm>
            <a:off x="8958834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人工绘制示意图8</a:t>
            </a:r>
          </a:p>
        </p:txBody>
      </p:sp>
      <p:sp>
        <p:nvSpPr>
          <p:cNvPr id="20" name="object_9e248c6a-f421-4f52-8b73-28abb482fc4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dcc108f-be4b-4827-b052-1efd8e14378d"/>
          <p:cNvSpPr txBox="1"/>
          <p:nvPr/>
        </p:nvSpPr>
        <p:spPr>
          <a:xfrm>
            <a:off x="640080" y="548640"/>
            <a:ext cx="10927080" cy="1808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人工验证资料完整展示：中文与English混合长标题必须逐字保留并采用可读字号自动调整页面布局，所有内容仅用于软件验证而不代表真实业务结论</a:t>
            </a:r>
          </a:p>
        </p:txBody>
      </p:sp>
      <p:sp>
        <p:nvSpPr>
          <p:cNvPr id="3" name="object_9dbcb318-68ed-4abf-a173-02a4aceb3031"/>
          <p:cNvSpPr txBox="1"/>
          <p:nvPr/>
        </p:nvSpPr>
        <p:spPr>
          <a:xfrm>
            <a:off x="640080" y="2503627"/>
            <a:ext cx="5321808" cy="1615983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这些均为人工构造的软件验证资料，不代表现实业务。</a:t>
            </a:r>
          </a:p>
        </p:txBody>
      </p:sp>
      <p:sp>
        <p:nvSpPr>
          <p:cNvPr id="4" name="object_63a7ca0a-7518-4a1b-95f9-ffa6b2524724"/>
          <p:cNvSpPr txBox="1"/>
          <p:nvPr/>
        </p:nvSpPr>
        <p:spPr>
          <a:xfrm>
            <a:off x="6263640" y="2503627"/>
            <a:ext cx="5321808" cy="1615983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先保存原始数据与来源，再检查页面容量。</a:t>
            </a:r>
          </a:p>
        </p:txBody>
      </p:sp>
      <p:sp>
        <p:nvSpPr>
          <p:cNvPr id="5" name="object_a0c8abef-aa46-42ae-8ea2-191a56f1f1ac"/>
          <p:cNvSpPr txBox="1"/>
          <p:nvPr/>
        </p:nvSpPr>
        <p:spPr>
          <a:xfrm>
            <a:off x="640080" y="4364192"/>
            <a:ext cx="5321808" cy="1615983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图片仅作软件验证装饰，不证明统计、关系或因果。</a:t>
            </a:r>
          </a:p>
        </p:txBody>
      </p:sp>
      <p:sp>
        <p:nvSpPr>
          <p:cNvPr id="6" name="object_14b393b1-0ea2-4036-a2b7-10f0b06a551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802c0fe6-0c84-416b-a396-a212e779835c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测试分数据表（完整14行）</a:t>
            </a:r>
          </a:p>
        </p:txBody>
      </p:sp>
      <p:sp>
        <p:nvSpPr>
          <p:cNvPr id="3" name="object_e773a4c7-9e27-4941-9429-5cf325b24afe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表格单位：测试分。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【原表分页展示，完整内容见同标题各页】</a:t>
            </a:r>
          </a:p>
        </p:txBody>
      </p:sp>
      <p:graphicFrame>
        <p:nvGraphicFramePr>
          <p:cNvPr id="4" name="object_18dbf794-ca1f-4c05-9f5a-414b56fb97e7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/>
                <a:gridCol w="1892807"/>
                <a:gridCol w="1892807"/>
                <a:gridCol w="1892810"/>
              </a:tblGrid>
              <a:tr h="5234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标识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甲项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96368d5a-5799-4741-a40b-673d0c3d6b2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ce8e6ad-1a67-40f9-b092-66ea01a7ae29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测试分数据表（完整14行）</a:t>
            </a:r>
          </a:p>
        </p:txBody>
      </p:sp>
      <p:sp>
        <p:nvSpPr>
          <p:cNvPr id="3" name="object_e5df2166-ebe3-4371-9674-66829345cd94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测试分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【原表分页展示，完整内容见同标题各页】</a:t>
            </a:r>
          </a:p>
        </p:txBody>
      </p:sp>
      <p:graphicFrame>
        <p:nvGraphicFramePr>
          <p:cNvPr id="4" name="object_f10bfcd1-7e40-41b0-9f2e-81088b87f170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/>
                <a:gridCol w="1892807"/>
                <a:gridCol w="1892807"/>
                <a:gridCol w="1892810"/>
              </a:tblGrid>
              <a:tr h="5234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标识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甲项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f0b84266-17c4-4196-b3b4-8c2ad2f9b982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人工验证资料完整展示：中文与English混合长标题必须逐字保留并采用可读字号自动调整页面布局，所有内容仅用于软件验证而不代表真实业务结论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