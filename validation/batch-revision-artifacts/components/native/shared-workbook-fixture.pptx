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能耗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旧系列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旧一</c:v>
                </c:pt>
                <c:pt idx="1">
                  <c:v>旧二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第二页原备注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第三页保留备注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" TargetMode="External"/><Relationship Id="rId3" Type="http://schemas.openxmlformats.org/officeDocument/2006/relationships/chart" Target="../charts/chart1.xml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12233"/>
                </a:solidFill>
                <a:hlinkClick r:id="rId2"/>
              </a:rPr>
              <a:t>修改前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914400" cy="914400"/>
          </a:xfrm>
          <a:prstGeom prst="rect">
            <a:avLst/>
          </a:prstGeom>
          <a:solidFill>
            <a:srgbClr val="ABCD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保留形状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0" y="2743200"/>
          <a:ext cx="1828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6" name="Picture 5" descr="初始图片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72000"/>
            <a:ext cx="914400" cy="91440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1828800" y="4572000"/>
            <a:ext cx="914400" cy="9144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5486400" y="4572000"/>
            <a:ext cx="914400" cy="914400"/>
            <a:chOff x="5486400" y="4572000"/>
            <a:chExt cx="914400" cy="914400"/>
          </a:xfrm>
        </p:grpSpPr>
        <p:sp>
          <p:nvSpPr>
            <p:cNvPr id="9" name="Rectangle 8"/>
            <p:cNvSpPr/>
            <p:nvPr/>
          </p:nvSpPr>
          <p:spPr>
            <a:xfrm>
              <a:off x="5486400" y="4572000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组合子对象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其它页原样保留</a:t>
            </a:r>
          </a:p>
        </p:txBody>
      </p:sp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914400" cy="914400"/>
          </a:xfrm>
          <a:prstGeom prst="rect">
            <a:avLst/>
          </a:prstGeom>
        </p:spPr>
      </p:pic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0" y="3657600"/>
          <a:ext cx="2743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t>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乙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第三页完全保留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vendor-unknown.xml><?xml version="1.0" encoding="utf-8"?>
<vendor xmlns="urn:vendor">
  <opaque>KEEP</opaque>
</vendor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