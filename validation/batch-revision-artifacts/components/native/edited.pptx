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一季</c:v>
                </c:pt>
                <c:pt idx="1">
                  <c:v>二季</c:v>
                </c:pt>
                <c:pt idx="2">
                  <c:v>三季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12</c:v>
                </c:pt>
                <c:pt idx="2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一季</c:v>
                </c:pt>
                <c:pt idx="1">
                  <c:v>二季</c:v>
                </c:pt>
                <c:pt idx="2">
                  <c:v>三季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上期</c:v>
                </c:pt>
                <c:pt idx="1">
                  <c:v>本期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第二页修改后的备注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3344"/>
                </a:solidFill>
                <a:hlinkClick r:id="rId2"/>
              </a:rPr>
              <a:t>第一页修改后的文案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第一表新值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第一张替换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05840"/>
            <a:ext cx="3749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第二页修改后的文案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第二表新甲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第二表新丁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