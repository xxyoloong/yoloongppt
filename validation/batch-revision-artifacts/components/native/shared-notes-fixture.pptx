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旧系列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旧一</c:v>
                </c:pt>
                <c:pt idx="1">
                  <c:v>旧二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第二页原备注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第三页保留备注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2233"/>
                </a:solidFill>
                <a:hlinkClick r:id="rId2"/>
              </a:rPr>
              <a:t>修改前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第三页完全保留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