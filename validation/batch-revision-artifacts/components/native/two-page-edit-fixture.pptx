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能耗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旧系列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旧一</c:v>
                </c:pt>
                <c:pt idx="1">
                  <c:v>旧二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第二页原备注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第三页保留备注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12233"/>
                </a:solidFill>
                <a:hlinkClick r:id="rId2"/>
              </a:rPr>
              <a:t>修改前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914400" cy="914400"/>
          </a:xfrm>
          <a:prstGeom prst="rect">
            <a:avLst/>
          </a:prstGeom>
          <a:solidFill>
            <a:srgbClr val="ABCD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保留形状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27432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Picture 5" descr="初始图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828800" y="457200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486400" y="4572000"/>
            <a:ext cx="914400" cy="914400"/>
            <a:chOff x="5486400" y="4572000"/>
            <a:chExt cx="914400" cy="914400"/>
          </a:xfrm>
        </p:grpSpPr>
        <p:sp>
          <p:nvSpPr>
            <p:cNvPr id="9" name="Rectangle 8"/>
            <p:cNvSpPr/>
            <p:nvPr/>
          </p:nvSpPr>
          <p:spPr>
            <a:xfrm>
              <a:off x="54864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组合子对象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其它页原样保留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36576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第三页完全保留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
  <opaque>KEEP</opaque>
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