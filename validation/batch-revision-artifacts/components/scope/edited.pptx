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范围测试备注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重复标题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新第一页标题</a:t>
            </a:r>
          </a:p>
        </p:txBody>
      </p:sp>
      <p:graphicFrame>
        <p:nvGraphicFramePr>
          <p:cNvPr id="3" name="数据表"/>
          <p:cNvGraphicFramePr>
            <a:graphicFrameLocks noGrp="1"/>
          </p:cNvGraphicFramePr>
          <p:nvPr/>
        </p:nvGraphicFramePr>
        <p:xfrm>
          <a:off x="914400" y="1828800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9144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收入图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5" name="产品图" descr="真实替换素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重复标题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新第二页标题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100584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33"/>
                </a:solidFill>
              </a:rPr>
              <a:t>正文保持事实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重复标题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第3页标题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KEEP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