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charts/chart1.xml" ContentType="application/vnd.openxmlformats-officedocument.drawingml.char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2cda803ba7f44bd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viewProps" Target="viewProps.xml" Id="rId4" /><Relationship Type="http://schemas.openxmlformats.org/officeDocument/2006/relationships/theme" Target="theme/theme1.xml" Id="rId5" /><Relationship Type="http://schemas.openxmlformats.org/officeDocument/2006/relationships/tableStyles" Target="tableStyles.xml" Id="rId6" /><Relationship Type="http://schemas.openxmlformats.org/officeDocument/2006/relationships/slideMaster" Target="slideMasters/slideMaster1.xml" Id="rId1" /><Relationship Type="http://schemas.openxmlformats.org/officeDocument/2006/relationships/printerSettings" Target="printerSettings/printerSettings1.bin" Id="rId2" /><Relationship Type="http://schemas.openxmlformats.org/officeDocument/2006/relationships/slide" Target="/ppt/slides/slide1.xml" Id="R2cda803ba7f44bd1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8417548b4d44cd" /><Relationship Type="http://schemas.openxmlformats.org/officeDocument/2006/relationships/chart" Target="/ppt/slides/charts/chart1.xml" Id="R355f4e896edb4e86" /></Relationships>
</file>

<file path=ppt/slides/charts/_rels/chart1.xml.rels>&#65279;<?xml version="1.0" encoding="utf-8"?><Relationships xmlns="http://schemas.openxmlformats.org/package/2006/relationships"><Relationship Type="http://schemas.openxmlformats.org/officeDocument/2006/relationships/package" Target="/ppt/slides/charts/embeddings/package.xlsx" Id="R7e7fdf4f61a84dd5" /></Relationships>
</file>

<file path=ppt/slides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r>
              <a:rPr lang="en-US"/>
              <a:t>Quarterly Revenue</a:t>
            </a:r>
            <a:endParaRPr lang="en-US"/>
          </a:p>
        </c:rich>
      </c:tx>
      <c:overlay val="0"/>
    </c:title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Revenue</c:v>
                </c:pt>
              </c:strCache>
            </c:strRef>
          </c:tx>
          <c:invertIfNegative val="0"/>
          <c:cat>
            <c:strRef>
              <c:f>ChartData!$A$2:$A$4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ChartData!$B$2:$B$4</c:f>
              <c:numCache>
                <c:formatCode>General</c:formatCode>
                <c:ptCount val="3"/>
                <c:pt idx="0">
                  <c:v>12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LeaderLines val="0"/>
        </c:dLbls>
        <c:gapWidth val="15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TickMark val="none"/>
        <c:minorTickMark val="none"/>
        <c:tickLblPos val="nextTo"/>
        <c:crossAx val="48672768"/>
        <c:crosses val="autoZero"/>
        <c:auto val="1"/>
        <c:lblAlgn val="ctr"/>
        <c:lblOffset val="100"/>
      </c:catAx>
      <c:valAx>
        <c:axId val="486727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legend>
      <c:legendPos val="r"/>
      <c:overlay val="0"/>
    </c:legend>
    <c:plotVisOnly val="1"/>
    <c:dispBlanksAs val="gap"/>
  </c:chart>
  <c:externalData r:id="R7e7fdf4f61a84dd5">
    <c:autoUpdate val="0"/>
  </c:externalData>
</c:chartSpace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Native chart round trip</a:t>
            </a:r>
            <a:endParaRPr/>
          </a:p>
        </p:txBody>
      </p:sp>
      <p:sp>
        <p:nvSpPr>
          <p:cNvPr id="3" name="Content Placeholder 2"/>
          <p:cNvSpPr/>
          <p:nvPr>
            <p:ph type="body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The embedded chart workbook and cached series value are updated together.</a:t>
            </a:r>
            <a:endParaRPr/>
          </a:p>
        </p:txBody>
      </p:sp>
      <p:graphicFrame>
        <p:nvGraphicFramePr>
          <p:cNvPr id="4" name="YoloongPPT Native Chart Probe"/>
          <p:cNvGraphicFramePr/>
          <p:nvPr/>
        </p:nvGraphicFramePr>
        <p:xfrm>
          <a:off x="457200" y="914400"/>
          <a:ext cx="4572000" cy="27432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355f4e896edb4e86"/>
          </a:graphicData>
        </a:graphic>
      </p:graphicFrame>
    </p:spTree>
  </p:cSld>
  <p:clrMapOvr>
    <a:masterClrMapping xmlns:a="http://schemas.openxmlformats.org/drawingml/2006/main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