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de25cb44d327416d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presProps" Target="presProps.xml" Id="rId3" /><Relationship Type="http://schemas.openxmlformats.org/officeDocument/2006/relationships/viewProps" Target="viewProps.xml" Id="rId4" /><Relationship Type="http://schemas.openxmlformats.org/officeDocument/2006/relationships/theme" Target="theme/theme1.xml" Id="rId5" /><Relationship Type="http://schemas.openxmlformats.org/officeDocument/2006/relationships/tableStyles" Target="tableStyles.xml" Id="rId6" /><Relationship Type="http://schemas.openxmlformats.org/officeDocument/2006/relationships/slideMaster" Target="slideMasters/slideMaster1.xml" Id="rId1" /><Relationship Type="http://schemas.openxmlformats.org/officeDocument/2006/relationships/printerSettings" Target="printerSettings/printerSettings1.bin" Id="rId2" /><Relationship Type="http://schemas.openxmlformats.org/officeDocument/2006/relationships/slide" Target="/ppt/slides/slide1.xml" Id="Rde25cb44d327416d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ebd0e4887b499a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1"/>
          <p:cNvSpPr/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Existing deck mutation</a:t>
            </a:r>
            <a:endParaRPr/>
          </a:p>
        </p:txBody>
      </p:sp>
      <p:sp>
        <p:nvSpPr>
          <p:cNvPr id="3" name="Content Placeholder 2"/>
          <p:cNvSpPr/>
          <p:nvPr>
            <p:ph type="body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The next shape is modified after the first save.</a:t>
            </a:r>
            <a:endParaRPr/>
          </a:p>
        </p:txBody>
      </p:sp>
      <p:sp>
        <p:nvSpPr>
          <p:cNvPr id="4" name="YoloongPPT Editable Probe"/>
          <p:cNvSpPr/>
          <p:nvPr/>
        </p:nvSpPr>
        <p:spPr>
          <a:xfrm>
            <a:off x="914400" y="457200"/>
            <a:ext cx="3657600" cy="1828800"/>
          </a:xfrm>
          <a:prstGeom prst="rect">
            <a:avLst/>
          </a:prstGeom>
          <a:solidFill>
            <a:srgbClr val="4472C4"/>
          </a:solidFill>
          <a:ln>
            <a:solidFill>
              <a:srgbClr val="1F1F1F"/>
            </a:solidFill>
          </a:ln>
        </p:spPr>
        <p:txBody>
          <a:bodyPr/>
          <a:lstStyle/>
          <a:p>
            <a:r>
              <a:rPr/>
              <a:t>Existing shape after edit</a:t>
            </a:r>
            <a:endParaRPr/>
          </a:p>
        </p:txBody>
      </p:sp>
    </p:spTree>
  </p:cSld>
  <p:clrMapOvr>
    <a:masterClrMapping xmlns:a="http://schemas.openxmlformats.org/drawingml/2006/main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