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55c089dd446e4aad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slide" Target="/ppt/slides/slide1.xml" Id="R55c089dd446e4aad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d0730747145b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Existing deck mutation</a:t>
            </a:r>
            <a:endParaRPr/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The next shape is modified after the first save.</a:t>
            </a:r>
            <a:endParaRPr/>
          </a:p>
        </p:txBody>
      </p:sp>
      <p:sp>
        <p:nvSpPr>
          <p:cNvPr id="4" name="YoloongPPT Editable Probe"/>
          <p:cNvSpPr/>
          <p:nvPr/>
        </p:nvSpPr>
        <p:spPr>
          <a:xfrm>
            <a:off x="914400" y="457200"/>
            <a:ext cx="3657600" cy="1828800"/>
          </a:xfrm>
          <a:prstGeom prst="rect">
            <a:avLst/>
          </a:prstGeom>
          <a:solidFill>
            <a:srgbClr val="4472C4"/>
          </a:solidFill>
          <a:ln>
            <a:solidFill>
              <a:srgbClr val="1F1F1F"/>
            </a:solidFill>
          </a:ln>
        </p:spPr>
        <p:txBody>
          <a:bodyPr/>
          <a:lstStyle/>
          <a:p>
            <a:r>
              <a:rPr/>
              <a:t>Existing shape after edit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