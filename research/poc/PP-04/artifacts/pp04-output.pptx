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953b2081d8614c1b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953b2081d8614c1b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3bbe51c13497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PP-04 Open XML SDK PoC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Reused source slide layout and theme.</a:t>
            </a:r>
            <a:endParaRPr/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