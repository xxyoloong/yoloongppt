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6975a8e2f06c421f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viewProps" Target="viewProps.xml" Id="rId4" /><Relationship Type="http://schemas.openxmlformats.org/officeDocument/2006/relationships/theme" Target="theme/theme1.xml" Id="rId5" /><Relationship Type="http://schemas.openxmlformats.org/officeDocument/2006/relationships/tableStyles" Target="tableStyles.xml" Id="rId6" /><Relationship Type="http://schemas.openxmlformats.org/officeDocument/2006/relationships/slideMaster" Target="slideMasters/slideMaster1.xml" Id="rId1" /><Relationship Type="http://schemas.openxmlformats.org/officeDocument/2006/relationships/printerSettings" Target="printerSettings/printerSettings1.bin" Id="rId2" /><Relationship Type="http://schemas.openxmlformats.org/officeDocument/2006/relationships/slide" Target="/ppt/slides/slide1.xml" Id="R6975a8e2f06c421f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36f90513b4ed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PP-04 Open XML SDK PoC</a:t>
            </a:r>
            <a:endParaRPr/>
          </a:p>
        </p:txBody>
      </p:sp>
      <p:sp>
        <p:nvSpPr>
          <p:cNvPr id="3" name="Content Placeholder 2"/>
          <p:cNvSpPr/>
          <p:nvPr>
            <p:ph type="body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Reused source slide layout and theme.</a:t>
            </a:r>
            <a:endParaRPr/>
          </a:p>
        </p:txBody>
      </p:sp>
    </p:spTree>
  </p:cSld>
  <p:clrMapOvr>
    <a:masterClrMapping xmlns:a="http://schemas.openxmlformats.org/drawingml/2006/main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