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518e712312fb4a7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518e712312fb4a73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cfe8adbce4ef0" /><Relationship Type="http://schemas.openxmlformats.org/officeDocument/2006/relationships/image" Target="/ppt/media/image.png" Id="R4be347bf06704af7" 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Embedded image round trip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embedded PNG is replaced after the first save.</a:t>
            </a:r>
            <a:endParaRPr/>
          </a:p>
        </p:txBody>
      </p:sp>
      <p:pic>
        <p:nvPicPr>
          <p:cNvPr id="4" name="YoloongPPT Embedded Image Probe" descr="One-pixel embedded PNG used to verify image relationships and replacement."/>
          <p:cNvPicPr>
            <a:picLocks noChangeAspect="1"/>
          </p:cNvPicPr>
          <p:nvPr/>
        </p:nvPicPr>
        <p:blipFill>
          <a:blip xmlns:r="http://schemas.openxmlformats.org/officeDocument/2006/relationships" r:embed="R4be347bf06704af7"/>
          <a:stretch>
            <a:fillRect/>
          </a:stretch>
        </p:blipFill>
        <p:spPr>
          <a:xfrm>
            <a:off x="914400" y="457200"/>
            <a:ext cx="1828800" cy="914400"/>
          </a:xfrm>
          <a:prstGeom prst="rect">
            <a:avLst/>
          </a:prstGeom>
        </p:spPr>
      </p:pic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