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0f9688ec68784c9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viewProps" Target="viewProps.xml" Id="rId4" /><Relationship Type="http://schemas.openxmlformats.org/officeDocument/2006/relationships/theme" Target="theme/theme1.xml" Id="rId5" /><Relationship Type="http://schemas.openxmlformats.org/officeDocument/2006/relationships/tableStyles" Target="tableStyles.xml" Id="rId6" /><Relationship Type="http://schemas.openxmlformats.org/officeDocument/2006/relationships/slideMaster" Target="slideMasters/slideMaster1.xml" Id="rId1" /><Relationship Type="http://schemas.openxmlformats.org/officeDocument/2006/relationships/printerSettings" Target="printerSettings/printerSettings1.bin" Id="rId2" /><Relationship Type="http://schemas.openxmlformats.org/officeDocument/2006/relationships/slide" Target="/ppt/slides/slide1.xml" Id="R0f9688ec68784c92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fd40ea948448d" /><Relationship Type="http://schemas.openxmlformats.org/officeDocument/2006/relationships/image" Target="/ppt/media/image.png" Id="R65111f57950241dd" /></Relationships>
</file>

<file path=ppt/slides/slide1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Embedded image round trip</a:t>
            </a:r>
            <a:endParaRPr/>
          </a:p>
        </p:txBody>
      </p:sp>
      <p:sp>
        <p:nvSpPr>
          <p:cNvPr id="3" name="Content Placeholder 2"/>
          <p:cNvSpPr/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The embedded PNG is replaced after the first save.</a:t>
            </a:r>
            <a:endParaRPr/>
          </a:p>
        </p:txBody>
      </p:sp>
      <p:pic>
        <p:nvPicPr>
          <p:cNvPr id="4" name="YoloongPPT Embedded Image Probe" descr="One-pixel embedded PNG used to verify image relationships and replacement."/>
          <p:cNvPicPr>
            <a:picLocks noChangeAspect="1"/>
          </p:cNvPicPr>
          <p:nvPr/>
        </p:nvPicPr>
        <p:blipFill>
          <a:blip xmlns:r="http://schemas.openxmlformats.org/officeDocument/2006/relationships" r:embed="R65111f57950241dd"/>
          <a:stretch>
            <a:fillRect/>
          </a:stretch>
        </p:blipFill>
        <p:spPr>
          <a:xfrm>
            <a:off x="914400" y="457200"/>
            <a:ext cx="1828800" cy="914400"/>
          </a:xfrm>
          <a:prstGeom prst="rect">
            <a:avLst/>
          </a:prstGeom>
        </p:spPr>
      </p:pic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