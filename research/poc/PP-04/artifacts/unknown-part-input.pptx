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yoloongppt/poc-unknown.xml" ContentType="application/vnd.yoloongppt.poc-unknown+xml"/>
</Types>
</file>

<file path=_rels/.rels>&#65279;<?xml version="1.0" encoding="utf-8" standalone="yes"?>
<Relationships xmlns="http://schemas.openxmlformats.org/package/2006/relationships"><Relationship Id="rId3" Type="http://schemas.openxmlformats.org/package/2006/relationships/metadata/core-properties" Target="docProps/core.xml" /><Relationship Id="rId4" Type="http://schemas.openxmlformats.org/officeDocument/2006/relationships/extended-properties" Target="docProps/app.xml" /><Relationship Id="rId1" Type="http://schemas.openxmlformats.org/officeDocument/2006/relationships/officeDocument" Target="ppt/presentation.xml" /><Relationship Id="rId2" Type="http://schemas.openxmlformats.org/package/2006/relationships/metadata/thumbnail" Target="docProps/thumbnail.jpeg" /><Relationship Id="rIdYoloongPocUnknown" Type="urn:yoloongppt:poc:unknown-part" Target="ppt/yoloongppt/poc-unknow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yoloongppt/poc-unknown.xml><?xml version="1.0" encoding="utf-8"?>
<yoloongppt:unknown xmlns:yoloongppt="urn:yoloongppt:poc">keep-this-part</yoloongppt:unknow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