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yoloongppt/poc-unknown.xml" ContentType="application/vnd.yoloongppt.poc-unknown+xml"/>
</Types>
</file>

<file path=_rels/.rels>&#65279;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YoloongPocUnknown" Type="urn:yoloongppt:poc:unknown-part" Target="ppt/yoloongppt/poc-unknow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yoloongppt/poc-unknown.xml><?xml version="1.0" encoding="utf-8"?>
<yoloongppt:unknown xmlns:yoloongppt="urn:yoloongppt:poc">keep-this-part</yoloongppt:unknow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