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0aecd2aa62e04c1f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slide" Target="/ppt/slides/slide1.xml" Id="R0aecd2aa62e04c1f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221cc78f14a46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Table round trip</a:t>
            </a:r>
            <a:endParaRPr/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The 2x2 table cell text is updated after the first save.</a:t>
            </a:r>
            <a:endParaRPr/>
          </a:p>
        </p:txBody>
      </p:sp>
      <p:graphicFrame>
        <p:nvGraphicFramePr>
          <p:cNvPr id="4" name="YoloongPPT Editable Table Probe"/>
          <p:cNvGraphicFramePr/>
          <p:nvPr/>
        </p:nvGraphicFramePr>
        <p:xfrm>
          <a:off x="457200" y="91440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rPr/>
                        <a:t>Header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Status</a:t>
                      </a:r>
                      <a:endParaRPr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/>
                        <a:t>PPT-016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ReadUpdatePassed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