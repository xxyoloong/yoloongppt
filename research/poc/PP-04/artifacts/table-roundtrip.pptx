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8efec226b9d94a5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presProps" Target="presProps.xml" Id="rId3" /><Relationship Type="http://schemas.openxmlformats.org/officeDocument/2006/relationships/viewProps" Target="viewProps.xml" Id="rId4" /><Relationship Type="http://schemas.openxmlformats.org/officeDocument/2006/relationships/theme" Target="theme/theme1.xml" Id="rId5" /><Relationship Type="http://schemas.openxmlformats.org/officeDocument/2006/relationships/tableStyles" Target="tableStyles.xml" Id="rId6" /><Relationship Type="http://schemas.openxmlformats.org/officeDocument/2006/relationships/slideMaster" Target="slideMasters/slideMaster1.xml" Id="rId1" /><Relationship Type="http://schemas.openxmlformats.org/officeDocument/2006/relationships/printerSettings" Target="printerSettings/printerSettings1.bin" Id="rId2" /><Relationship Type="http://schemas.openxmlformats.org/officeDocument/2006/relationships/slide" Target="/ppt/slides/slide1.xml" Id="R8efec226b9d94a51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1aeee756424f50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 1"/>
          <p:cNvSpPr/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/>
              <a:t>Table round trip</a:t>
            </a:r>
            <a:endParaRPr/>
          </a:p>
        </p:txBody>
      </p:sp>
      <p:sp>
        <p:nvSpPr>
          <p:cNvPr id="3" name="Content Placeholder 2"/>
          <p:cNvSpPr/>
          <p:nvPr>
            <p:ph type="body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/>
              <a:t>The 2x2 table cell text is updated after the first save.</a:t>
            </a:r>
            <a:endParaRPr/>
          </a:p>
        </p:txBody>
      </p:sp>
      <p:graphicFrame>
        <p:nvGraphicFramePr>
          <p:cNvPr id="4" name="YoloongPPT Editable Table Probe"/>
          <p:cNvGraphicFramePr/>
          <p:nvPr/>
        </p:nvGraphicFramePr>
        <p:xfrm>
          <a:off x="457200" y="914400"/>
          <a:ext cx="4572000" cy="18288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</a:tblGrid>
              <a:tr h="914400">
                <a:tc>
                  <a:txBody>
                    <a:bodyPr/>
                    <a:lstStyle/>
                    <a:p>
                      <a:r>
                        <a:rPr/>
                        <a:t>Header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Status</a:t>
                      </a:r>
                      <a:endParaRPr/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/>
                        <a:t>PPT-016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ReadUpdatePassed</a:t>
                      </a:r>
                      <a:endParaRPr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 xmlns:a="http://schemas.openxmlformats.org/drawingml/2006/main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