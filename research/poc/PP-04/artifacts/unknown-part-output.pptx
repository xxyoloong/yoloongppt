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yoloongppt/poc-unknown.xml" ContentType="application/vnd.yoloongppt.poc-unknown+xml"/>
  <Override PartName="/ppt/slides/slide1.xml" ContentType="application/vnd.openxmlformats-officedocument.presentationml.slide+xml"/>
</Types>
</file>

<file path=_rels/.rels>&#65279;<?xml version="1.0" encoding="utf-8" standalone="yes"?>
<Relationships xmlns="http://schemas.openxmlformats.org/package/2006/relationships"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YoloongPocUnknown" Type="urn:yoloongppt:poc:unknown-part" Target="ppt/yoloongppt/poc-unknow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acda6dfb5344406b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viewProps" Target="viewProps.xml" Id="rId4" /><Relationship Type="http://schemas.openxmlformats.org/officeDocument/2006/relationships/theme" Target="theme/theme1.xml" Id="rId5" /><Relationship Type="http://schemas.openxmlformats.org/officeDocument/2006/relationships/tableStyles" Target="tableStyles.xml" Id="rId6" /><Relationship Type="http://schemas.openxmlformats.org/officeDocument/2006/relationships/slideMaster" Target="slideMasters/slideMaster1.xml" Id="rId1" /><Relationship Type="http://schemas.openxmlformats.org/officeDocument/2006/relationships/printerSettings" Target="printerSettings/printerSettings1.bin" Id="rId2" /><Relationship Type="http://schemas.openxmlformats.org/officeDocument/2006/relationships/slide" Target="/ppt/slides/slide1.xml" Id="Racda6dfb5344406b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3104e83904c6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Unknown part preservation</a:t>
            </a:r>
            <a:endParaRPr/>
          </a:p>
        </p:txBody>
      </p:sp>
      <p:sp>
        <p:nvSpPr>
          <p:cNvPr id="3" name="Content Placeholder 2"/>
          <p:cNvSpPr/>
          <p:nvPr>
            <p:ph type="body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The unrelated package part should remain byte-identical.</a:t>
            </a:r>
            <a:endParaRPr/>
          </a:p>
        </p:txBody>
      </p:sp>
    </p:spTree>
  </p:cSld>
  <p:clrMapOvr>
    <a:masterClrMapping xmlns:a="http://schemas.openxmlformats.org/drawingml/2006/main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yoloongppt/poc-unknown.xml><?xml version="1.0" encoding="utf-8"?>
<yoloongppt:unknown xmlns:yoloongppt="urn:yoloongppt:poc">keep-this-part</yoloongppt:unknown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