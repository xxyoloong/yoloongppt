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was generated by the Python mock planner.
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/app/examples/inputs/sample-source-brief.md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64592" cy="4389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Generated by the Python smart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480560"/>
            <a:ext cx="38404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Audience: Executives and decision makers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Scenario: General presentation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Tone: Professional and concise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Key 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Combined key points after slide compression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71323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1. Keep the JS layer focused on rendering only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2. Use 1 trusted context item(s) to improve the storyline before adding broader search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3. Preserve deck JSON as the stable cross-language contract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4. Added: Agenda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5. Background and goals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Current state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Separate current state from blockers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Left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0" cy="4251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Inputs may be incomplete or scattered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Users often provide only topic and style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Supporting material is rarely mapped to slide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The flow must clarify missing constraints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Each slide needs controlled information density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Natural language must become stable structured JSON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Python smart layer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Show how Python and JS split responsibilities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Understand request and sources in 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01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Plan or revise validated deck JSON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533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Persist deck artifacts for inspection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96528" y="2487168"/>
            <a:ext cx="365760" cy="5029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Call the JS renderer for final PPTX output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Execution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Break delivery into trackable phases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Create an 8-slide AI strategy dec...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337560"/>
            <a:ext cx="98755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Capture intent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Load trusted materials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Draft slide storyline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35056" y="3182112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0412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Render deck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Adoption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Steady growth across all quarters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Deck creation closely tracks user adoption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, Microsoft YaHei, PingFang SC, Meiryo, 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, Microsoft YaHei, PingFang SC, Meiryo, 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Local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8-slide AI strategy dec...</dc:title>
  <dc:subject>General presentation</dc:subject>
  <dc:creator>GitHub Copilot</dc:creator>
  <cp:lastModifiedBy>GitHub Copilot</cp:lastModifiedBy>
  <cp:revision>1</cp:revision>
  <dcterms:created xsi:type="dcterms:W3CDTF">2026-10-09T16:28:49Z</dcterms:created>
  <dcterms:modified xsi:type="dcterms:W3CDTF">2026-10-09T16:28:49Z</dcterms:modified>
</cp:coreProperties>
</file>