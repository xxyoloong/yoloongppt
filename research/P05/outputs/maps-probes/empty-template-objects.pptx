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Short series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P05-OBJECT-PROBE-NOTE</a:t>
            </a:r>
          </a:p>
          <a:p/>
          <a:p>
            <a:r>
              <a:t>Sources:</a:t>
            </a:r>
          </a:p>
          <a:p>
            <a:r>
              <a:t>[1] sample-source-brief.md | /app/examples/inputs/sample-source-brief.md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P05-OBJECT-PROBE-NOTE</a:t>
            </a:r>
          </a:p>
          <a:p/>
          <a:p>
            <a:r>
              <a:t>Sources:</a:t>
            </a:r>
          </a:p>
          <a:p>
            <a:r>
              <a:t>[1] sample-source-brief.md | /app/examples/inputs/sample-source-brief.md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P05-OBJECT-PROBE-NOTE</a:t>
            </a:r>
          </a:p>
          <a:p/>
          <a:p>
            <a:r>
              <a:t>Sources:</a:t>
            </a:r>
          </a:p>
          <a:p>
            <a:r>
              <a:t>[1] sample-source-brief.md | /app/examples/inputs/sample-source-brief.md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 i="0">
                <a:solidFill>
                  <a:srgbClr val="1E293B"/>
                </a:solidFill>
                <a:latin typeface="Aptos Display"/>
              </a:defRPr>
            </a:pPr>
            <a:r>
              <a:t>Adoption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1">
                <a:solidFill>
                  <a:srgbClr val="475569"/>
                </a:solidFill>
                <a:latin typeface="Aptos"/>
              </a:defRPr>
            </a:pPr>
            <a:r>
              <a:t>Visualize key adoption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Create an 8-slide AI strategy dec...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70432"/>
            <a:ext cx="11064240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49640" y="1691640"/>
            <a:ext cx="2651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334155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24028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Aptos"/>
              </a:defRPr>
              <a:buChar char="•"/>
            </a:pPr>
            <a:r>
              <a:t>Steady growth across all quarters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Aptos"/>
              </a:defRPr>
              <a:buChar char="•"/>
            </a:pPr>
            <a:r>
              <a:t>Deck creation closely tracks user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 i="0">
                <a:solidFill>
                  <a:srgbClr val="1E293B"/>
                </a:solidFill>
                <a:latin typeface="Aptos Display"/>
              </a:defRPr>
            </a:pPr>
            <a:r>
              <a:t>Native table probe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1">
                <a:solidFill>
                  <a:srgbClr val="475569"/>
                </a:solidFill>
                <a:latin typeface="Aptos"/>
              </a:defRPr>
            </a:pPr>
            <a:r>
              <a:t>Visualize key adoption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Create an 8-slide AI strategy dec...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70432"/>
            <a:ext cx="11064240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45920"/>
          <a:ext cx="106070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 i="0">
                <a:solidFill>
                  <a:srgbClr val="1E293B"/>
                </a:solidFill>
                <a:latin typeface="Aptos Display"/>
              </a:defRPr>
            </a:pPr>
            <a:r>
              <a:t>Unsupported template KPI probe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1">
                <a:solidFill>
                  <a:srgbClr val="475569"/>
                </a:solidFill>
                <a:latin typeface="Aptos"/>
              </a:defRPr>
            </a:pPr>
            <a:r>
              <a:t>Visualize key adoption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29184"/>
            <a:ext cx="2103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Create an 8-slide AI strategy dec...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70432"/>
            <a:ext cx="11064240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47120" y="6419088"/>
            <a:ext cx="3200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 i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8-slide AI strategy dec...</dc:title>
  <dc:subject>General presentation</dc:subject>
  <dc:creator>auto-ppt-engine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