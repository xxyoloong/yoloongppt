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ptos, Microsoft YaHei, PingFang SC, Meiryo, Noto Sans CJK SC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ptos, Microsoft YaHei, PingFang SC, Meiryo, Noto Sans CJK SC"/>
              </a:rPr>
              <a:t>Quarterly adoption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250</c:v>
                </c:pt>
                <c:pt idx="2">
                  <c:v>410</c:v>
                </c:pt>
                <c:pt idx="3">
                  <c:v>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Decks created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</c:v>
                </c:pt>
                <c:pt idx="1">
                  <c:v>110</c:v>
                </c:pt>
                <c:pt idx="2">
                  <c:v>230</c:v>
                </c:pt>
                <c:pt idx="3">
                  <c:v>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P05-OBJECT-PROBE-NOTE
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P05-OBJECT-PROBE-NOTE
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Adoption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Visualize key adoption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868680" y="164592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1691640"/>
            <a:ext cx="2651760" cy="3291840"/>
          </a:xfrm>
          <a:prstGeom prst="roundRect">
            <a:avLst>
              <a:gd name="adj" fmla="val 1724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41080" y="224028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Steady growth across all quarters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Deck creation closely tracks user adoption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Native table probe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Visualize key adoption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10607040" cy="4389120"/>
        </p:xfrm>
        <a:graphic>
          <a:graphicData uri="http://schemas.openxmlformats.org/drawingml/2006/table">
            <a:tbl>
              <a:tblPr/>
              <a:tblGrid>
                <a:gridCol w="5303520"/>
                <a:gridCol w="5303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ptos, Microsoft YaHei, PingFang SC, Meiryo, Noto Sans CJK SC" pitchFamily="34" charset="0"/>
                          <a:ea typeface="Aptos, Microsoft YaHei, PingFang SC, Meiryo, Noto Sans CJK SC" pitchFamily="34" charset="-122"/>
                          <a:cs typeface="Aptos, Microsoft YaHei, PingFang SC, Meiryo, Noto Sans CJK SC" pitchFamily="34" charset="-120"/>
                        </a:rPr>
                        <a:t>Item</a:t>
                      </a:r>
                      <a:endParaRPr lang="en-US" sz="1300" dirty="0">
                        <a:latin typeface="Aptos, Microsoft YaHei, PingFang SC, Meiryo, Noto Sans CJK SC" charset="0"/>
                        <a:ea typeface="Aptos, Microsoft YaHei, PingFang SC, Meiryo, Noto Sans CJK SC" charset="0"/>
                        <a:cs typeface="Aptos, Microsoft YaHei, PingFang SC, Meiryo, Noto Sans CJK S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ptos, Microsoft YaHei, PingFang SC, Meiryo, Noto Sans CJK SC" pitchFamily="34" charset="0"/>
                          <a:ea typeface="Aptos, Microsoft YaHei, PingFang SC, Meiryo, Noto Sans CJK SC" pitchFamily="34" charset="-122"/>
                          <a:cs typeface="Aptos, Microsoft YaHei, PingFang SC, Meiryo, Noto Sans CJK SC" pitchFamily="34" charset="-120"/>
                        </a:rPr>
                        <a:t>Value</a:t>
                      </a:r>
                      <a:endParaRPr lang="en-US" sz="1300" dirty="0">
                        <a:latin typeface="Aptos, Microsoft YaHei, PingFang SC, Meiryo, Noto Sans CJK SC" charset="0"/>
                        <a:ea typeface="Aptos, Microsoft YaHei, PingFang SC, Meiryo, Noto Sans CJK SC" charset="0"/>
                        <a:cs typeface="Aptos, Microsoft YaHei, PingFang SC, Meiryo, Noto Sans CJK S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ptos, Microsoft YaHei, PingFang SC, Meiryo, Noto Sans CJK SC" pitchFamily="34" charset="0"/>
                          <a:ea typeface="Aptos, Microsoft YaHei, PingFang SC, Meiryo, Noto Sans CJK SC" pitchFamily="34" charset="-122"/>
                          <a:cs typeface="Aptos, Microsoft YaHei, PingFang SC, Meiryo, Noto Sans CJK SC" pitchFamily="34" charset="-120"/>
                        </a:rPr>
                        <a:t>Alpha</a:t>
                      </a:r>
                      <a:endParaRPr lang="en-US" sz="1300" dirty="0">
                        <a:latin typeface="Aptos, Microsoft YaHei, PingFang SC, Meiryo, Noto Sans CJK SC" charset="0"/>
                        <a:ea typeface="Aptos, Microsoft YaHei, PingFang SC, Meiryo, Noto Sans CJK SC" charset="0"/>
                        <a:cs typeface="Aptos, Microsoft YaHei, PingFang SC, Meiryo, Noto Sans CJK S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ptos, Microsoft YaHei, PingFang SC, Meiryo, Noto Sans CJK SC" pitchFamily="34" charset="0"/>
                          <a:ea typeface="Aptos, Microsoft YaHei, PingFang SC, Meiryo, Noto Sans CJK SC" pitchFamily="34" charset="-122"/>
                          <a:cs typeface="Aptos, Microsoft YaHei, PingFang SC, Meiryo, Noto Sans CJK SC" pitchFamily="34" charset="-120"/>
                        </a:rPr>
                        <a:t>1</a:t>
                      </a:r>
                      <a:endParaRPr lang="en-US" sz="1300" dirty="0">
                        <a:latin typeface="Aptos, Microsoft YaHei, PingFang SC, Meiryo, Noto Sans CJK SC" charset="0"/>
                        <a:ea typeface="Aptos, Microsoft YaHei, PingFang SC, Meiryo, Noto Sans CJK SC" charset="0"/>
                        <a:cs typeface="Aptos, Microsoft YaHei, PingFang SC, Meiryo, Noto Sans CJK S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ptos, Microsoft YaHei, PingFang SC, Meiryo, Noto Sans CJK SC" pitchFamily="34" charset="0"/>
                          <a:ea typeface="Aptos, Microsoft YaHei, PingFang SC, Meiryo, Noto Sans CJK SC" pitchFamily="34" charset="-122"/>
                          <a:cs typeface="Aptos, Microsoft YaHei, PingFang SC, Meiryo, Noto Sans CJK SC" pitchFamily="34" charset="-120"/>
                        </a:rPr>
                        <a:t>Beta</a:t>
                      </a:r>
                      <a:endParaRPr lang="en-US" sz="1300" dirty="0">
                        <a:latin typeface="Aptos, Microsoft YaHei, PingFang SC, Meiryo, Noto Sans CJK SC" charset="0"/>
                        <a:ea typeface="Aptos, Microsoft YaHei, PingFang SC, Meiryo, Noto Sans CJK SC" charset="0"/>
                        <a:cs typeface="Aptos, Microsoft YaHei, PingFang SC, Meiryo, Noto Sans CJK S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ptos, Microsoft YaHei, PingFang SC, Meiryo, Noto Sans CJK SC" pitchFamily="34" charset="0"/>
                          <a:ea typeface="Aptos, Microsoft YaHei, PingFang SC, Meiryo, Noto Sans CJK SC" pitchFamily="34" charset="-122"/>
                          <a:cs typeface="Aptos, Microsoft YaHei, PingFang SC, Meiryo, Noto Sans CJK SC" pitchFamily="34" charset="-120"/>
                        </a:rPr>
                        <a:t>2</a:t>
                      </a:r>
                      <a:endParaRPr lang="en-US" sz="1300" dirty="0">
                        <a:latin typeface="Aptos, Microsoft YaHei, PingFang SC, Meiryo, Noto Sans CJK SC" charset="0"/>
                        <a:ea typeface="Aptos, Microsoft YaHei, PingFang SC, Meiryo, Noto Sans CJK SC" charset="0"/>
                        <a:cs typeface="Aptos, Microsoft YaHei, PingFang SC, Meiryo, Noto Sans CJK S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, Microsoft YaHei, PingFang SC, Meiryo, 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, Microsoft YaHei, PingFang SC, Meiryo, 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Local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8-slide AI strategy dec...</dc:title>
  <dc:subject>General presentation</dc:subject>
  <dc:creator>GitHub Copilot</dc:creator>
  <cp:lastModifiedBy>GitHub Copilot</cp:lastModifiedBy>
  <cp:revision>1</cp:revision>
  <dcterms:created xsi:type="dcterms:W3CDTF">2026-10-09T16:49:44Z</dcterms:created>
  <dcterms:modified xsi:type="dcterms:W3CDTF">2026-10-09T16:49:44Z</dcterms:modified>
</cp:coreProperties>
</file>