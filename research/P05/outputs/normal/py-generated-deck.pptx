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title slide was generated by the Python mock planner.
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4155">
              <a:alpha val="3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164592" cy="4389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2148840"/>
            <a:ext cx="6766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Generated by the Python smart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4480560"/>
            <a:ext cx="38404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Audience: Executives and decision makers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Scenario: General presentation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Tone: Professional and concise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Set the presentation storyline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713232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1. Background and goals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2. Current challenges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3. Approach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4. Execution plan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5. Risks and next steps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Background and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Explain why this presentation matters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685800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Translate the request "Create an 8-slide AI strategy deck for executives" into a slide-ready storyline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Turn fragmented ideas into a concise business narrative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Keep each slide presentation-friendly instead of document-like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Reserve placeholders where live data is still missing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83880" y="150876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Visual Suggestions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20574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Add one market context visual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Add one operating model diagram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Current state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Separate current state from blockers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Left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0" cy="42519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Inputs may be incomplete or scattered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Users often provide only topic and style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Supporting material is rarely mapped to slide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The flow must clarify missing constraints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Each slide needs controlled information density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Natural language must become stable structured JSON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Python smart layer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Show how Python and JS split responsibilities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Understand request and sources in Python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10128" y="2487168"/>
            <a:ext cx="365760" cy="5029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Plan or revise validated deck JSON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53328" y="2487168"/>
            <a:ext cx="365760" cy="5029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Persist deck artifacts for inspection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96528" y="2487168"/>
            <a:ext cx="365760" cy="5029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Call the JS renderer for final PPTX output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Execution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Break delivery into trackable phases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337560"/>
            <a:ext cx="98755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Capture intent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5137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Load trusted materials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4321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Draft slide storyline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3505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988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0412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Render deck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Adoption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Visualize key adoption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7315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691640"/>
            <a:ext cx="2651760" cy="3291840"/>
          </a:xfrm>
          <a:prstGeom prst="roundRect">
            <a:avLst>
              <a:gd name="adj" fmla="val 172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41080" y="224028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Steady growth across all quarters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Deck creation closely tracks user adoption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Key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2834640"/>
            <a:ext cx="49377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Keep the JS layer focused on rendering only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Use 1 trusted context item(s) to improve the storyline before adding broader search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Preserve deck JSON as the stable cross-language contract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, Microsoft YaHei, PingFang SC, Meiryo, 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, Microsoft YaHei, PingFang SC, Meiryo, 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Local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8-slide AI strategy dec...</dc:title>
  <dc:subject>General presentation</dc:subject>
  <dc:creator>GitHub Copilot</dc:creator>
  <cp:lastModifiedBy>GitHub Copilot</cp:lastModifiedBy>
  <cp:revision>1</cp:revision>
  <dcterms:created xsi:type="dcterms:W3CDTF">2026-10-09T16:28:42Z</dcterms:created>
  <dcterms:modified xsi:type="dcterms:W3CDTF">2026-10-09T16:28:42Z</dcterms:modified>
</cp:coreProperties>
</file>