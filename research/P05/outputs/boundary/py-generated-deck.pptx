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was generated by the Python mock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>
              <a:alpha val="3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64592" cy="4389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 1-slide AI strategy deck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Generated by the Python smart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480560"/>
            <a:ext cx="38404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Audience: Management and project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Scenario: General presentation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Tone: Professional and concise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Set the presentation storyline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 1-slide AI strategy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71323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1. Background and goals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2. Current challenges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3. Approach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4. Execution plan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5. Risks and 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Background and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Explain why this presentation matters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 1-slide AI strategy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685800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Translate the request "Create a 1-slide AI strategy deck" into a slide-ready storyline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Turn fragmented ideas into a concise business narrative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Keep each slide presentation-friendly instead of document-like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Reserve placeholders where live data is still missing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83880" y="15087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 Suggestions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2057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market context visual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operating model diagram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Current state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Separate current state from blockers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 1-slide AI strategy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Left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0" cy="4251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Inputs may be incomplete or scattered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Users often provide only topic and style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Supporting material is rarely mapped to slide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The flow must clarify missing constraints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Each slide needs controlled information density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Natural language must become stable structured JSON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Python smart layer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Understand request and sources in Python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Plan or revise validated deck JSON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Persist deck artifacts for inspection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Call the JS renderer for final PPTX output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, Microsoft YaHei, PingFang SC, Meiryo, 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, Microsoft YaHei, PingFang SC, Meiryo, 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Local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1-slide AI strategy deck</dc:title>
  <dc:subject>General presentation</dc:subject>
  <dc:creator>GitHub Copilot</dc:creator>
  <cp:lastModifiedBy>GitHub Copilot</cp:lastModifiedBy>
  <cp:revision>1</cp:revision>
  <dcterms:created xsi:type="dcterms:W3CDTF">2026-10-09T16:28:45Z</dcterms:created>
  <dcterms:modified xsi:type="dcterms:W3CDTF">2026-10-09T16:28:45Z</dcterms:modified>
</cp:coreProperties>
</file>