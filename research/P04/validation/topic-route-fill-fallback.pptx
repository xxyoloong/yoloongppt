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3200400" cy="16459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77240"/>
            <a:ext cx="54864" cy="873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22960"/>
            <a:ext cx="10497312" cy="782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主题路线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1879600"/>
            <a:ext cx="10725912" cy="497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注入式假响应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2026-10-08T08:08:30Z</dcterms:created>
  <dcterms:modified xsi:type="dcterms:W3CDTF">2026-10-08T08:08:30Z</dcterms:modified>
</cp:coreProperties>
</file>