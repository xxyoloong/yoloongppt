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93408"/>
            <a:ext cx="3200400" cy="16459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777240"/>
            <a:ext cx="54864" cy="8737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822960"/>
            <a:ext cx="10497312" cy="782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P04_OVERFLOW_TITLE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1879600"/>
            <a:ext cx="10725912" cy="1310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P04_OVERFLOW_00_long-content long-content long-content long-content long-content long-content long-content long-content long-content long-content long-content long-content long-content long-content long-content 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299968"/>
            <a:ext cx="10725912" cy="1310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P04_OVERFLOW_01_long-content long-content long-content long-content long-content long-content long-content long-content long-content long-content long-content long-content long-content long-content long-content 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4720336"/>
            <a:ext cx="10725912" cy="1310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P04_OVERFLOW_02_long-content long-content long-content long-content long-content long-content long-content long-content long-content long-content long-content long-content long-content long-content long-content 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6140704"/>
            <a:ext cx="10725912" cy="2600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P04_OVERFLOW_03_long-content long-content long-content long-content long-content long-content long-content long-content long-content long-content long-content long-content long-content long-content long-content 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2026-10-09T16:00:22Z</dcterms:created>
  <dcterms:modified xsi:type="dcterms:W3CDTF">2026-10-09T16:00:22Z</dcterms:modified>
</cp:coreProperties>
</file>