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3200400" cy="16459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873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22960"/>
            <a:ext cx="10497312" cy="782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P04_CHART_TITLE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879600"/>
            <a:ext cx="10725912" cy="497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P04_CHART_BULLET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2026-10-09T16:00:22Z</dcterms:created>
  <dcterms:modified xsi:type="dcterms:W3CDTF">2026-10-09T16:00:22Z</dcterms:modified>
</cp:coreProperties>
</file>