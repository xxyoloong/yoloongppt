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52400"/>
            <a:ext cx="12192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3366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case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0" y="152400"/>
            <a:ext cx="12192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3366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Nestedformatting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822" y="152400"/>
            <a:ext cx="965149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366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formatting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0" y="563880"/>
            <a:ext cx="92034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3366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case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2026-10-08T07:40:41Z</dcterms:created>
  <dcterms:modified xsi:type="dcterms:W3CDTF">2026-10-08T07:40:41Z</dcterms:modified>
</cp:coreProperties>
</file>