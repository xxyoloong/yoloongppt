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33375"/>
            <a:ext cx="27203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231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原生表格与文字</a:t>
            </a:r>
            <a:endParaRPr lang="en-US" sz="3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81125"/>
          <a:ext cx="9144000" cy="914400"/>
        </p:xfrm>
        <a:graphic>
          <a:graphicData uri="http://schemas.openxmlformats.org/drawingml/2006/table">
            <a:tbl>
              <a:tblPr/>
              <a:tblGrid>
                <a:gridCol w="2178554"/>
                <a:gridCol w="4298446"/>
              </a:tblGrid>
              <a:tr h="698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82231"/>
                          </a:solidFill>
                          <a:latin typeface="WenQuanYi Zen Hei" pitchFamily="34" charset="0"/>
                          <a:ea typeface="WenQuanYi Zen Hei" pitchFamily="34" charset="-122"/>
                          <a:cs typeface="WenQuanYi Zen Hei" pitchFamily="34" charset="-120"/>
                        </a:rPr>
                        <a:t>对象</a:t>
                      </a:r>
                      <a:endParaRPr lang="en-US" sz="1800" dirty="0">
                        <a:latin typeface="WenQuanYi Zen Hei" charset="0"/>
                        <a:ea typeface="WenQuanYi Zen Hei" charset="0"/>
                        <a:cs typeface="WenQuanYi Zen Hei" charset="0"/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82231"/>
                          </a:solidFill>
                          <a:latin typeface="WenQuanYi Zen Hei" pitchFamily="34" charset="0"/>
                          <a:ea typeface="WenQuanYi Zen Hei" pitchFamily="34" charset="-122"/>
                          <a:cs typeface="WenQuanYi Zen Hei" pitchFamily="34" charset="-120"/>
                        </a:rPr>
                        <a:t>检查</a:t>
                      </a:r>
                      <a:endParaRPr lang="en-US" sz="1800" dirty="0">
                        <a:latin typeface="WenQuanYi Zen Hei" charset="0"/>
                        <a:ea typeface="WenQuanYi Zen Hei" charset="0"/>
                        <a:cs typeface="WenQuanYi Zen Hei" charset="0"/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5C3"/>
                    </a:solidFill>
                  </a:tcPr>
                </a:tc>
              </a:tr>
              <a:tr h="698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2231"/>
                          </a:solidFill>
                          <a:latin typeface="WenQuanYi Zen Hei" pitchFamily="34" charset="0"/>
                          <a:ea typeface="WenQuanYi Zen Hei" pitchFamily="34" charset="-122"/>
                          <a:cs typeface="WenQuanYi Zen Hei" pitchFamily="34" charset="-120"/>
                        </a:rPr>
                        <a:t>文字</a:t>
                      </a:r>
                      <a:endParaRPr lang="en-US" sz="1800" dirty="0">
                        <a:latin typeface="WenQuanYi Zen Hei" charset="0"/>
                        <a:ea typeface="WenQuanYi Zen Hei" charset="0"/>
                        <a:cs typeface="WenQuanYi Zen Hei" charset="0"/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2231"/>
                          </a:solidFill>
                          <a:latin typeface="WenQuanYi Zen Hei" pitchFamily="34" charset="0"/>
                          <a:ea typeface="WenQuanYi Zen Hei" pitchFamily="34" charset="-122"/>
                          <a:cs typeface="WenQuanYi Zen Hei" pitchFamily="34" charset="-120"/>
                        </a:rPr>
                        <a:t>可编辑</a:t>
                      </a:r>
                      <a:endParaRPr lang="en-US" sz="1800" dirty="0">
                        <a:latin typeface="WenQuanYi Zen Hei" charset="0"/>
                        <a:ea typeface="WenQuanYi Zen Hei" charset="0"/>
                        <a:cs typeface="WenQuanYi Zen Hei" charset="0"/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98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2231"/>
                          </a:solidFill>
                          <a:latin typeface="WenQuanYi Zen Hei" pitchFamily="34" charset="0"/>
                          <a:ea typeface="WenQuanYi Zen Hei" pitchFamily="34" charset="-122"/>
                          <a:cs typeface="WenQuanYi Zen Hei" pitchFamily="34" charset="-120"/>
                        </a:rPr>
                        <a:t>表格</a:t>
                      </a:r>
                      <a:endParaRPr lang="en-US" sz="1800" dirty="0">
                        <a:latin typeface="WenQuanYi Zen Hei" charset="0"/>
                        <a:ea typeface="WenQuanYi Zen Hei" charset="0"/>
                        <a:cs typeface="WenQuanYi Zen Hei" charset="0"/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2231"/>
                          </a:solidFill>
                          <a:latin typeface="WenQuanYi Zen Hei" pitchFamily="34" charset="0"/>
                          <a:ea typeface="WenQuanYi Zen Hei" pitchFamily="34" charset="-122"/>
                          <a:cs typeface="WenQuanYi Zen Hei" pitchFamily="34" charset="-120"/>
                        </a:rPr>
                        <a:t>原生单元格</a:t>
                      </a:r>
                      <a:endParaRPr lang="en-US" sz="1800" dirty="0">
                        <a:latin typeface="WenQuanYi Zen Hei" charset="0"/>
                        <a:ea typeface="WenQuanYi Zen Hei" charset="0"/>
                        <a:cs typeface="WenQuanYi Zen Hei" charset="0"/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822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715250" y="1381125"/>
            <a:ext cx="3619500" cy="2667000"/>
          </a:xfrm>
          <a:prstGeom prst="rect">
            <a:avLst/>
          </a:prstGeom>
          <a:solidFill>
            <a:srgbClr val="E2E8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943850" y="1609725"/>
            <a:ext cx="32255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82231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结构边界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943850" y="2047875"/>
            <a:ext cx="3162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buSzPct val="100000"/>
              <a:buChar char="•"/>
            </a:pPr>
            <a:r>
              <a:rPr lang="en-US" sz="18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表格</a:t>
            </a:r>
            <a:endParaRPr lang="en-US" sz="1800" dirty="0"/>
          </a:p>
          <a:p>
            <a:pPr algn="l" marL="381000" indent="-381000">
              <a:buSzPct val="100000"/>
              <a:buChar char="•"/>
            </a:pPr>
            <a:r>
              <a:rPr lang="en-US" sz="1800" dirty="0">
                <a:solidFill>
                  <a:srgbClr val="18223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矩形与列表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33375"/>
            <a:ext cx="27203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231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渐变与坐标占位</a:t>
            </a:r>
            <a:endParaRPr lang="en-US" sz="3000" dirty="0"/>
          </a:p>
        </p:txBody>
      </p:sp>
      <p:pic>
        <p:nvPicPr>
          <p:cNvPr id="3" name="Image 0" descr="/artifacts/tmp/html2pptx-QxVLEh/html2pptx-bg-1791567129621-b4922eeb21b9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24000"/>
            <a:ext cx="4572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2026-10-09T17:32:10Z</dcterms:created>
  <dcterms:modified xsi:type="dcterms:W3CDTF">2026-10-09T17:32:10Z</dcterms:modified>
</cp:coreProperties>
</file>