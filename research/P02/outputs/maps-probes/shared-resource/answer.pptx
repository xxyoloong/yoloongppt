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192256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AI PPT 首条链路交付计划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11922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563EB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主题与结论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2476500"/>
            <a:ext cx="111922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用真实文本输入，打通可编辑PPTX生成、QA和局部修订；这是计划目标，尚未交付产品链路。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4572000"/>
            <a:ext cx="111922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来源：YoloongPPT V0.3 需求矩阵 / GOAL.md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" y="5905500"/>
            <a:ext cx="1119225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P02 官方 Skill 研究复现 · 第 1 页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19225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全局范围：需求、任务与验收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111922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563EB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需求矩阵与目标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2286000"/>
            <a:ext cx="1119225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308条主需求、453个任务；S00–S44全链路；AC-001–030验收。约10页是首条产品链路目标；本研究示例固定6页。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4191000"/>
            <a:ext cx="111922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来源：需求矩阵 / GOAL.md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" y="5905500"/>
            <a:ext cx="1119225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P02 官方 Skill 研究复现 · 第 2 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19225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首条链路：从文本到原生PPTX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111922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563EB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处理流程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2286000"/>
            <a:ext cx="111922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文本或Markdown → TaskSpec/来源证据 → 内容、模板与布局 → 原生PPTX写入。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3238500"/>
            <a:ext cx="111922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来源：AC-001、GOV-008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" y="5905500"/>
            <a:ext cx="1119225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P02 官方 Skill 研究复现 · 第 3 页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19225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质量与修订：QA与局部修订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111922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563EB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QA与修订流程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2286000"/>
            <a:ext cx="111922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渲染；结构、视觉、事实、可编辑性QA；局部修订后再验收，追踪对象差异与来源。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4191000"/>
            <a:ext cx="111922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来源：GOV-008、AC-027/028/030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" y="5905500"/>
            <a:ext cx="1119225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P02 官方 Skill 研究复现 · 第 4 页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19225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当前研究发现：能力边界与风险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111922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563EB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研究发现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2286000"/>
            <a:ext cx="1119225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P05候选默认图表为图片；旧页模板删除报错；直接图表写入存在补零风险。把能力边界与fallback明确记录，不能概括为全能力支持。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4191000"/>
            <a:ext cx="111922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来源：RES-P05-03/04/05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" y="5905500"/>
            <a:ext cx="1119225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P02 官方 Skill 研究复现 · 第 5 页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19225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执行约束与下一步：决策与实施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111922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563EB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约束与下一步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2286000"/>
            <a:ext cx="1119225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产品语言/运行时尚未选定；本机Docker隔离，项目数据F盘；默认开发分支yoloongdevlop，中文任务日志+Git提交。先完成候选对照/许可决策，再实施首条链路。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4191000"/>
            <a:ext cx="111922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来源：AGENTS.md、RES-031/032、GOAL.md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" y="5905500"/>
            <a:ext cx="1119225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P02 官方 Skill 研究复现 · 第 6 页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2026-10-09T17:15:42Z</dcterms:created>
  <dcterms:modified xsi:type="dcterms:W3CDTF">2026-10-09T17:15:42Z</dcterms:modified>
</cp:coreProperties>
</file>